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4954"/>
            <a:ext cx="6423025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8304"/>
            <a:ext cx="528955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7825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1597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" y="427736"/>
            <a:ext cx="6800850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59482"/>
            <a:ext cx="680085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9210" y="9944862"/>
            <a:ext cx="2418080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825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0680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57200" y="30384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24"/>
                </a:lnTo>
                <a:lnTo>
                  <a:pt x="0" y="26974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3812"/>
                </a:lnTo>
                <a:lnTo>
                  <a:pt x="47625" y="26974"/>
                </a:lnTo>
                <a:lnTo>
                  <a:pt x="30007" y="47024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57200" y="33527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24"/>
                </a:lnTo>
                <a:lnTo>
                  <a:pt x="0" y="26974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3812"/>
                </a:lnTo>
                <a:lnTo>
                  <a:pt x="47625" y="26974"/>
                </a:lnTo>
                <a:lnTo>
                  <a:pt x="30007" y="47024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57200" y="39052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15"/>
                </a:lnTo>
                <a:lnTo>
                  <a:pt x="0" y="26965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3812"/>
                </a:lnTo>
                <a:lnTo>
                  <a:pt x="47625" y="26965"/>
                </a:lnTo>
                <a:lnTo>
                  <a:pt x="30007" y="47015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57200" y="44672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24"/>
                </a:lnTo>
                <a:lnTo>
                  <a:pt x="0" y="26974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3812"/>
                </a:lnTo>
                <a:lnTo>
                  <a:pt x="47625" y="26974"/>
                </a:lnTo>
                <a:lnTo>
                  <a:pt x="30007" y="47024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457200" y="73914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24"/>
                </a:lnTo>
                <a:lnTo>
                  <a:pt x="0" y="26965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3812"/>
                </a:lnTo>
                <a:lnTo>
                  <a:pt x="47625" y="26965"/>
                </a:lnTo>
                <a:lnTo>
                  <a:pt x="30007" y="47024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457200" y="76962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24"/>
                </a:lnTo>
                <a:lnTo>
                  <a:pt x="0" y="26965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3812"/>
                </a:lnTo>
                <a:lnTo>
                  <a:pt x="47625" y="26965"/>
                </a:lnTo>
                <a:lnTo>
                  <a:pt x="30007" y="47024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57200" y="80105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15"/>
                </a:lnTo>
                <a:lnTo>
                  <a:pt x="0" y="26965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3812"/>
                </a:lnTo>
                <a:lnTo>
                  <a:pt x="47625" y="26965"/>
                </a:lnTo>
                <a:lnTo>
                  <a:pt x="30007" y="47015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457200" y="83153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24"/>
                </a:lnTo>
                <a:lnTo>
                  <a:pt x="0" y="26965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3812"/>
                </a:lnTo>
                <a:lnTo>
                  <a:pt x="47625" y="26965"/>
                </a:lnTo>
                <a:lnTo>
                  <a:pt x="30007" y="47024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457200" y="90773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15"/>
                </a:lnTo>
                <a:lnTo>
                  <a:pt x="0" y="26965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3812"/>
                </a:lnTo>
                <a:lnTo>
                  <a:pt x="47625" y="26965"/>
                </a:lnTo>
                <a:lnTo>
                  <a:pt x="30007" y="47015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457200" y="93916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15"/>
                </a:lnTo>
                <a:lnTo>
                  <a:pt x="0" y="26965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3812"/>
                </a:lnTo>
                <a:lnTo>
                  <a:pt x="47625" y="26965"/>
                </a:lnTo>
                <a:lnTo>
                  <a:pt x="30007" y="47015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457200" y="96964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15"/>
                </a:lnTo>
                <a:lnTo>
                  <a:pt x="0" y="26965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3812"/>
                </a:lnTo>
                <a:lnTo>
                  <a:pt x="47625" y="26965"/>
                </a:lnTo>
                <a:lnTo>
                  <a:pt x="30007" y="47015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337585" y="379127"/>
            <a:ext cx="6876415" cy="988377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115"/>
              </a:spcBef>
            </a:pPr>
            <a:r>
              <a:rPr dirty="0" sz="1900" spc="-120" b="1">
                <a:latin typeface="Trebuchet MS"/>
                <a:cs typeface="Trebuchet MS"/>
              </a:rPr>
              <a:t>Ex</a:t>
            </a:r>
            <a:r>
              <a:rPr dirty="0" sz="2000" spc="-120" b="1">
                <a:latin typeface="Trebuchet MS"/>
                <a:cs typeface="Trebuchet MS"/>
              </a:rPr>
              <a:t>ec</a:t>
            </a:r>
            <a:r>
              <a:rPr dirty="0" sz="1900" spc="-120" b="1">
                <a:latin typeface="Trebuchet MS"/>
                <a:cs typeface="Trebuchet MS"/>
              </a:rPr>
              <a:t>ut</a:t>
            </a:r>
            <a:r>
              <a:rPr dirty="0" sz="2000" spc="-120" b="1">
                <a:latin typeface="Trebuchet MS"/>
                <a:cs typeface="Trebuchet MS"/>
              </a:rPr>
              <a:t>i</a:t>
            </a:r>
            <a:r>
              <a:rPr dirty="0" sz="1900" spc="-120" b="1">
                <a:latin typeface="Trebuchet MS"/>
                <a:cs typeface="Trebuchet MS"/>
              </a:rPr>
              <a:t>v</a:t>
            </a:r>
            <a:r>
              <a:rPr dirty="0" sz="2000" spc="-120" b="1">
                <a:latin typeface="Trebuchet MS"/>
                <a:cs typeface="Trebuchet MS"/>
              </a:rPr>
              <a:t>e</a:t>
            </a:r>
            <a:r>
              <a:rPr dirty="0" sz="2000" spc="-210" b="1">
                <a:latin typeface="Trebuchet MS"/>
                <a:cs typeface="Trebuchet MS"/>
              </a:rPr>
              <a:t> </a:t>
            </a:r>
            <a:r>
              <a:rPr dirty="0" sz="1900" spc="-65" b="1">
                <a:latin typeface="Trebuchet MS"/>
                <a:cs typeface="Trebuchet MS"/>
              </a:rPr>
              <a:t>Summ</a:t>
            </a:r>
            <a:r>
              <a:rPr dirty="0" sz="2000" spc="-65" b="1">
                <a:latin typeface="Trebuchet MS"/>
                <a:cs typeface="Trebuchet MS"/>
              </a:rPr>
              <a:t>a</a:t>
            </a:r>
            <a:r>
              <a:rPr dirty="0" sz="1900" spc="-65" b="1">
                <a:latin typeface="Trebuchet MS"/>
                <a:cs typeface="Trebuchet MS"/>
              </a:rPr>
              <a:t>ry</a:t>
            </a:r>
            <a:r>
              <a:rPr dirty="0" sz="2150" spc="-65" b="1">
                <a:latin typeface="Garamond"/>
                <a:cs typeface="Garamond"/>
              </a:rPr>
              <a:t>:</a:t>
            </a:r>
            <a:r>
              <a:rPr dirty="0" sz="2150" spc="-140" b="1">
                <a:latin typeface="Garamond"/>
                <a:cs typeface="Garamond"/>
              </a:rPr>
              <a:t> </a:t>
            </a:r>
            <a:r>
              <a:rPr dirty="0" sz="1900" spc="-10" b="1">
                <a:latin typeface="Trebuchet MS"/>
                <a:cs typeface="Trebuchet MS"/>
              </a:rPr>
              <a:t>QA</a:t>
            </a:r>
            <a:r>
              <a:rPr dirty="0" sz="1900" spc="-175" b="1">
                <a:latin typeface="Trebuchet MS"/>
                <a:cs typeface="Trebuchet MS"/>
              </a:rPr>
              <a:t> </a:t>
            </a:r>
            <a:r>
              <a:rPr dirty="0" sz="1900" spc="-105" b="1">
                <a:latin typeface="Trebuchet MS"/>
                <a:cs typeface="Trebuchet MS"/>
              </a:rPr>
              <a:t>Tr</a:t>
            </a:r>
            <a:r>
              <a:rPr dirty="0" sz="2000" spc="-105" b="1">
                <a:latin typeface="Trebuchet MS"/>
                <a:cs typeface="Trebuchet MS"/>
              </a:rPr>
              <a:t>a</a:t>
            </a:r>
            <a:r>
              <a:rPr dirty="0" sz="1900" spc="-105" b="1">
                <a:latin typeface="Trebuchet MS"/>
                <a:cs typeface="Trebuchet MS"/>
              </a:rPr>
              <a:t>ns</a:t>
            </a:r>
            <a:r>
              <a:rPr dirty="0" sz="2000" spc="-105" b="1">
                <a:latin typeface="Trebuchet MS"/>
                <a:cs typeface="Trebuchet MS"/>
              </a:rPr>
              <a:t>f</a:t>
            </a:r>
            <a:r>
              <a:rPr dirty="0" sz="1900" spc="-105" b="1">
                <a:latin typeface="Trebuchet MS"/>
                <a:cs typeface="Trebuchet MS"/>
              </a:rPr>
              <a:t>orm</a:t>
            </a:r>
            <a:r>
              <a:rPr dirty="0" sz="2000" spc="-105" b="1">
                <a:latin typeface="Trebuchet MS"/>
                <a:cs typeface="Trebuchet MS"/>
              </a:rPr>
              <a:t>a</a:t>
            </a:r>
            <a:r>
              <a:rPr dirty="0" sz="1900" spc="-105" b="1">
                <a:latin typeface="Trebuchet MS"/>
                <a:cs typeface="Trebuchet MS"/>
              </a:rPr>
              <a:t>t</a:t>
            </a:r>
            <a:r>
              <a:rPr dirty="0" sz="2000" spc="-105" b="1">
                <a:latin typeface="Trebuchet MS"/>
                <a:cs typeface="Trebuchet MS"/>
              </a:rPr>
              <a:t>i</a:t>
            </a:r>
            <a:r>
              <a:rPr dirty="0" sz="1900" spc="-105" b="1">
                <a:latin typeface="Trebuchet MS"/>
                <a:cs typeface="Trebuchet MS"/>
              </a:rPr>
              <a:t>on</a:t>
            </a:r>
            <a:r>
              <a:rPr dirty="0" sz="1900" spc="-175" b="1">
                <a:latin typeface="Trebuchet MS"/>
                <a:cs typeface="Trebuchet MS"/>
              </a:rPr>
              <a:t> </a:t>
            </a:r>
            <a:r>
              <a:rPr dirty="0" sz="1900" spc="-10" b="1">
                <a:latin typeface="Trebuchet MS"/>
                <a:cs typeface="Trebuchet MS"/>
              </a:rPr>
              <a:t>In</a:t>
            </a:r>
            <a:r>
              <a:rPr dirty="0" sz="2000" spc="-10" b="1">
                <a:latin typeface="Trebuchet MS"/>
                <a:cs typeface="Trebuchet MS"/>
              </a:rPr>
              <a:t>i</a:t>
            </a:r>
            <a:r>
              <a:rPr dirty="0" sz="1900" spc="-10" b="1">
                <a:latin typeface="Trebuchet MS"/>
                <a:cs typeface="Trebuchet MS"/>
              </a:rPr>
              <a:t>t</a:t>
            </a:r>
            <a:r>
              <a:rPr dirty="0" sz="2000" spc="-10" b="1">
                <a:latin typeface="Trebuchet MS"/>
                <a:cs typeface="Trebuchet MS"/>
              </a:rPr>
              <a:t>ia</a:t>
            </a:r>
            <a:r>
              <a:rPr dirty="0" sz="1900" spc="-10" b="1">
                <a:latin typeface="Trebuchet MS"/>
                <a:cs typeface="Trebuchet MS"/>
              </a:rPr>
              <a:t>t</a:t>
            </a:r>
            <a:r>
              <a:rPr dirty="0" sz="2000" spc="-10" b="1">
                <a:latin typeface="Trebuchet MS"/>
                <a:cs typeface="Trebuchet MS"/>
              </a:rPr>
              <a:t>i</a:t>
            </a:r>
            <a:r>
              <a:rPr dirty="0" sz="1900" spc="-10" b="1">
                <a:latin typeface="Trebuchet MS"/>
                <a:cs typeface="Trebuchet MS"/>
              </a:rPr>
              <a:t>v</a:t>
            </a:r>
            <a:r>
              <a:rPr dirty="0" sz="2000" spc="-10" b="1">
                <a:latin typeface="Trebuchet MS"/>
                <a:cs typeface="Trebuchet MS"/>
              </a:rPr>
              <a:t>e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1600" spc="-105" b="1">
                <a:latin typeface="Cambria"/>
                <a:cs typeface="Cambria"/>
              </a:rPr>
              <a:t>T</a:t>
            </a:r>
            <a:r>
              <a:rPr dirty="0" sz="1650" spc="-105" b="1">
                <a:latin typeface="Trebuchet MS"/>
                <a:cs typeface="Trebuchet MS"/>
              </a:rPr>
              <a:t>r</a:t>
            </a:r>
            <a:r>
              <a:rPr dirty="0" sz="1700" spc="-105" b="1">
                <a:latin typeface="Trebuchet MS"/>
                <a:cs typeface="Trebuchet MS"/>
              </a:rPr>
              <a:t>a</a:t>
            </a:r>
            <a:r>
              <a:rPr dirty="0" sz="1650" spc="-105" b="1">
                <a:latin typeface="Trebuchet MS"/>
                <a:cs typeface="Trebuchet MS"/>
              </a:rPr>
              <a:t>ns</a:t>
            </a:r>
            <a:r>
              <a:rPr dirty="0" sz="1700" spc="-105" b="1">
                <a:latin typeface="Trebuchet MS"/>
                <a:cs typeface="Trebuchet MS"/>
              </a:rPr>
              <a:t>f</a:t>
            </a:r>
            <a:r>
              <a:rPr dirty="0" sz="1650" spc="-105" b="1">
                <a:latin typeface="Trebuchet MS"/>
                <a:cs typeface="Trebuchet MS"/>
              </a:rPr>
              <a:t>orm</a:t>
            </a:r>
            <a:r>
              <a:rPr dirty="0" sz="1650" spc="-190" b="1">
                <a:latin typeface="Trebuchet MS"/>
                <a:cs typeface="Trebuchet MS"/>
              </a:rPr>
              <a:t> </a:t>
            </a:r>
            <a:r>
              <a:rPr dirty="0" sz="1600" spc="-135" b="1">
                <a:latin typeface="Gill Sans MT"/>
                <a:cs typeface="Gill Sans MT"/>
              </a:rPr>
              <a:t>Q</a:t>
            </a:r>
            <a:r>
              <a:rPr dirty="0" sz="1650" spc="-135" b="1">
                <a:latin typeface="Trebuchet MS"/>
                <a:cs typeface="Trebuchet MS"/>
              </a:rPr>
              <a:t>u</a:t>
            </a:r>
            <a:r>
              <a:rPr dirty="0" sz="1700" spc="-135" b="1">
                <a:latin typeface="Trebuchet MS"/>
                <a:cs typeface="Trebuchet MS"/>
              </a:rPr>
              <a:t>a</a:t>
            </a:r>
            <a:r>
              <a:rPr dirty="0" sz="1650" spc="-135" b="1">
                <a:latin typeface="Trebuchet MS"/>
                <a:cs typeface="Trebuchet MS"/>
              </a:rPr>
              <a:t>l</a:t>
            </a:r>
            <a:r>
              <a:rPr dirty="0" sz="1700" spc="-135" b="1">
                <a:latin typeface="Trebuchet MS"/>
                <a:cs typeface="Trebuchet MS"/>
              </a:rPr>
              <a:t>i</a:t>
            </a:r>
            <a:r>
              <a:rPr dirty="0" sz="1650" spc="-135" b="1">
                <a:latin typeface="Trebuchet MS"/>
                <a:cs typeface="Trebuchet MS"/>
              </a:rPr>
              <a:t>ty</a:t>
            </a:r>
            <a:r>
              <a:rPr dirty="0" sz="1650" spc="-190" b="1">
                <a:latin typeface="Trebuchet MS"/>
                <a:cs typeface="Trebuchet MS"/>
              </a:rPr>
              <a:t> </a:t>
            </a:r>
            <a:r>
              <a:rPr dirty="0" sz="1600" spc="-90" b="1">
                <a:latin typeface="Gill Sans MT"/>
                <a:cs typeface="Gill Sans MT"/>
              </a:rPr>
              <a:t>A</a:t>
            </a:r>
            <a:r>
              <a:rPr dirty="0" sz="1650" spc="-90" b="1">
                <a:latin typeface="Trebuchet MS"/>
                <a:cs typeface="Trebuchet MS"/>
              </a:rPr>
              <a:t>ssur</a:t>
            </a:r>
            <a:r>
              <a:rPr dirty="0" sz="1700" spc="-90" b="1">
                <a:latin typeface="Trebuchet MS"/>
                <a:cs typeface="Trebuchet MS"/>
              </a:rPr>
              <a:t>a</a:t>
            </a:r>
            <a:r>
              <a:rPr dirty="0" sz="1650" spc="-90" b="1">
                <a:latin typeface="Trebuchet MS"/>
                <a:cs typeface="Trebuchet MS"/>
              </a:rPr>
              <a:t>n</a:t>
            </a:r>
            <a:r>
              <a:rPr dirty="0" sz="1700" spc="-90" b="1">
                <a:latin typeface="Trebuchet MS"/>
                <a:cs typeface="Trebuchet MS"/>
              </a:rPr>
              <a:t>ce</a:t>
            </a:r>
            <a:r>
              <a:rPr dirty="0" sz="1700" spc="-210" b="1">
                <a:latin typeface="Trebuchet MS"/>
                <a:cs typeface="Trebuchet MS"/>
              </a:rPr>
              <a:t> </a:t>
            </a:r>
            <a:r>
              <a:rPr dirty="0" sz="1700" spc="-100" b="1">
                <a:latin typeface="Trebuchet MS"/>
                <a:cs typeface="Trebuchet MS"/>
              </a:rPr>
              <a:t>f</a:t>
            </a:r>
            <a:r>
              <a:rPr dirty="0" sz="1650" spc="-100" b="1">
                <a:latin typeface="Trebuchet MS"/>
                <a:cs typeface="Trebuchet MS"/>
              </a:rPr>
              <a:t>rom</a:t>
            </a:r>
            <a:r>
              <a:rPr dirty="0" sz="1650" spc="-190" b="1">
                <a:latin typeface="Trebuchet MS"/>
                <a:cs typeface="Trebuchet MS"/>
              </a:rPr>
              <a:t> </a:t>
            </a:r>
            <a:r>
              <a:rPr dirty="0" sz="1600" spc="-80" b="1">
                <a:latin typeface="Gill Sans MT"/>
                <a:cs typeface="Gill Sans MT"/>
              </a:rPr>
              <a:t>C</a:t>
            </a:r>
            <a:r>
              <a:rPr dirty="0" sz="1650" spc="-80" b="1">
                <a:latin typeface="Trebuchet MS"/>
                <a:cs typeface="Trebuchet MS"/>
              </a:rPr>
              <a:t>ost</a:t>
            </a:r>
            <a:r>
              <a:rPr dirty="0" sz="1650" spc="-195" b="1">
                <a:latin typeface="Trebuchet MS"/>
                <a:cs typeface="Trebuchet MS"/>
              </a:rPr>
              <a:t> </a:t>
            </a:r>
            <a:r>
              <a:rPr dirty="0" sz="1600" spc="-145" b="1">
                <a:latin typeface="Gill Sans MT"/>
                <a:cs typeface="Gill Sans MT"/>
              </a:rPr>
              <a:t>C</a:t>
            </a:r>
            <a:r>
              <a:rPr dirty="0" sz="1700" spc="-145" b="1">
                <a:latin typeface="Trebuchet MS"/>
                <a:cs typeface="Trebuchet MS"/>
              </a:rPr>
              <a:t>e</a:t>
            </a:r>
            <a:r>
              <a:rPr dirty="0" sz="1650" spc="-145" b="1">
                <a:latin typeface="Trebuchet MS"/>
                <a:cs typeface="Trebuchet MS"/>
              </a:rPr>
              <a:t>nt</a:t>
            </a:r>
            <a:r>
              <a:rPr dirty="0" sz="1700" spc="-145" b="1">
                <a:latin typeface="Trebuchet MS"/>
                <a:cs typeface="Trebuchet MS"/>
              </a:rPr>
              <a:t>e</a:t>
            </a:r>
            <a:r>
              <a:rPr dirty="0" sz="1650" spc="-145" b="1">
                <a:latin typeface="Trebuchet MS"/>
                <a:cs typeface="Trebuchet MS"/>
              </a:rPr>
              <a:t>r</a:t>
            </a:r>
            <a:r>
              <a:rPr dirty="0" sz="1650" spc="-195" b="1">
                <a:latin typeface="Trebuchet MS"/>
                <a:cs typeface="Trebuchet MS"/>
              </a:rPr>
              <a:t> </a:t>
            </a:r>
            <a:r>
              <a:rPr dirty="0" sz="1650" spc="-85" b="1">
                <a:latin typeface="Trebuchet MS"/>
                <a:cs typeface="Trebuchet MS"/>
              </a:rPr>
              <a:t>to</a:t>
            </a:r>
            <a:r>
              <a:rPr dirty="0" sz="1650" spc="-195" b="1">
                <a:latin typeface="Trebuchet MS"/>
                <a:cs typeface="Trebuchet MS"/>
              </a:rPr>
              <a:t> </a:t>
            </a:r>
            <a:r>
              <a:rPr dirty="0" sz="1600" spc="-130" b="1">
                <a:latin typeface="Gill Sans MT"/>
                <a:cs typeface="Gill Sans MT"/>
              </a:rPr>
              <a:t>C</a:t>
            </a:r>
            <a:r>
              <a:rPr dirty="0" sz="1650" spc="-130" b="1">
                <a:latin typeface="Trebuchet MS"/>
                <a:cs typeface="Trebuchet MS"/>
              </a:rPr>
              <a:t>omp</a:t>
            </a:r>
            <a:r>
              <a:rPr dirty="0" sz="1700" spc="-130" b="1">
                <a:latin typeface="Trebuchet MS"/>
                <a:cs typeface="Trebuchet MS"/>
              </a:rPr>
              <a:t>e</a:t>
            </a:r>
            <a:r>
              <a:rPr dirty="0" sz="1650" spc="-130" b="1">
                <a:latin typeface="Trebuchet MS"/>
                <a:cs typeface="Trebuchet MS"/>
              </a:rPr>
              <a:t>t</a:t>
            </a:r>
            <a:r>
              <a:rPr dirty="0" sz="1700" spc="-130" b="1">
                <a:latin typeface="Trebuchet MS"/>
                <a:cs typeface="Trebuchet MS"/>
              </a:rPr>
              <a:t>i</a:t>
            </a:r>
            <a:r>
              <a:rPr dirty="0" sz="1650" spc="-130" b="1">
                <a:latin typeface="Trebuchet MS"/>
                <a:cs typeface="Trebuchet MS"/>
              </a:rPr>
              <a:t>t</a:t>
            </a:r>
            <a:r>
              <a:rPr dirty="0" sz="1700" spc="-130" b="1">
                <a:latin typeface="Trebuchet MS"/>
                <a:cs typeface="Trebuchet MS"/>
              </a:rPr>
              <a:t>i</a:t>
            </a:r>
            <a:r>
              <a:rPr dirty="0" sz="1650" spc="-130" b="1">
                <a:latin typeface="Trebuchet MS"/>
                <a:cs typeface="Trebuchet MS"/>
              </a:rPr>
              <a:t>v</a:t>
            </a:r>
            <a:r>
              <a:rPr dirty="0" sz="1700" spc="-130" b="1">
                <a:latin typeface="Trebuchet MS"/>
                <a:cs typeface="Trebuchet MS"/>
              </a:rPr>
              <a:t>e</a:t>
            </a:r>
            <a:r>
              <a:rPr dirty="0" sz="1700" spc="-215" b="1">
                <a:latin typeface="Trebuchet MS"/>
                <a:cs typeface="Trebuchet MS"/>
              </a:rPr>
              <a:t> </a:t>
            </a:r>
            <a:r>
              <a:rPr dirty="0" sz="1600" spc="-10" b="1">
                <a:latin typeface="Gill Sans MT"/>
                <a:cs typeface="Gill Sans MT"/>
              </a:rPr>
              <a:t>A</a:t>
            </a:r>
            <a:r>
              <a:rPr dirty="0" sz="1700" spc="-10" b="1">
                <a:latin typeface="Trebuchet MS"/>
                <a:cs typeface="Trebuchet MS"/>
              </a:rPr>
              <a:t>d</a:t>
            </a:r>
            <a:r>
              <a:rPr dirty="0" sz="1650" spc="-10" b="1">
                <a:latin typeface="Trebuchet MS"/>
                <a:cs typeface="Trebuchet MS"/>
              </a:rPr>
              <a:t>v</a:t>
            </a:r>
            <a:r>
              <a:rPr dirty="0" sz="1700" spc="-10" b="1">
                <a:latin typeface="Trebuchet MS"/>
                <a:cs typeface="Trebuchet MS"/>
              </a:rPr>
              <a:t>a</a:t>
            </a:r>
            <a:r>
              <a:rPr dirty="0" sz="1650" spc="-10" b="1">
                <a:latin typeface="Trebuchet MS"/>
                <a:cs typeface="Trebuchet MS"/>
              </a:rPr>
              <a:t>nt</a:t>
            </a:r>
            <a:r>
              <a:rPr dirty="0" sz="1700" spc="-10" b="1">
                <a:latin typeface="Trebuchet MS"/>
                <a:cs typeface="Trebuchet MS"/>
              </a:rPr>
              <a:t>age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dirty="0" sz="1400" spc="-100" b="1">
                <a:latin typeface="Times New Roman"/>
                <a:cs typeface="Times New Roman"/>
              </a:rPr>
              <a:t>T</a:t>
            </a:r>
            <a:r>
              <a:rPr dirty="0" sz="1550" spc="-100" b="1">
                <a:latin typeface="Gill Sans MT"/>
                <a:cs typeface="Gill Sans MT"/>
              </a:rPr>
              <a:t>he</a:t>
            </a:r>
            <a:r>
              <a:rPr dirty="0" sz="1550" spc="-165" b="1">
                <a:latin typeface="Gill Sans MT"/>
                <a:cs typeface="Gill Sans MT"/>
              </a:rPr>
              <a:t> </a:t>
            </a:r>
            <a:r>
              <a:rPr dirty="0" sz="1450" spc="-10" b="1">
                <a:latin typeface="Gill Sans MT"/>
                <a:cs typeface="Gill Sans MT"/>
              </a:rPr>
              <a:t>O</a:t>
            </a:r>
            <a:r>
              <a:rPr dirty="0" sz="1450" spc="-10" b="1">
                <a:latin typeface="Trebuchet MS"/>
                <a:cs typeface="Trebuchet MS"/>
              </a:rPr>
              <a:t>pportun</a:t>
            </a:r>
            <a:r>
              <a:rPr dirty="0" sz="1550" spc="-10" b="1">
                <a:latin typeface="Gill Sans MT"/>
                <a:cs typeface="Gill Sans MT"/>
              </a:rPr>
              <a:t>i</a:t>
            </a:r>
            <a:r>
              <a:rPr dirty="0" sz="1450" spc="-10" b="1">
                <a:latin typeface="Trebuchet MS"/>
                <a:cs typeface="Trebuchet MS"/>
              </a:rPr>
              <a:t>ty</a:t>
            </a:r>
            <a:endParaRPr sz="1450">
              <a:latin typeface="Trebuchet MS"/>
              <a:cs typeface="Trebuchet MS"/>
            </a:endParaRPr>
          </a:p>
          <a:p>
            <a:pPr marL="13335" marR="5080">
              <a:lnSpc>
                <a:spcPct val="124900"/>
              </a:lnSpc>
              <a:spcBef>
                <a:spcPts val="625"/>
              </a:spcBef>
            </a:pPr>
            <a:r>
              <a:rPr dirty="0" sz="1300" spc="-70">
                <a:latin typeface="Comic Sans MS"/>
                <a:cs typeface="Comic Sans MS"/>
              </a:rPr>
              <a:t>Leading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95">
                <a:latin typeface="Comic Sans MS"/>
                <a:cs typeface="Comic Sans MS"/>
              </a:rPr>
              <a:t>streaming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50">
                <a:latin typeface="Comic Sans MS"/>
                <a:cs typeface="Comic Sans MS"/>
              </a:rPr>
              <a:t>companies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100">
                <a:latin typeface="Comic Sans MS"/>
                <a:cs typeface="Comic Sans MS"/>
              </a:rPr>
              <a:t>like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170">
                <a:latin typeface="Comic Sans MS"/>
                <a:cs typeface="Comic Sans MS"/>
              </a:rPr>
              <a:t>Netflix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40">
                <a:latin typeface="Comic Sans MS"/>
                <a:cs typeface="Comic Sans MS"/>
              </a:rPr>
              <a:t>and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55">
                <a:latin typeface="Comic Sans MS"/>
                <a:cs typeface="Comic Sans MS"/>
              </a:rPr>
              <a:t>Disney+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70">
                <a:latin typeface="Comic Sans MS"/>
                <a:cs typeface="Comic Sans MS"/>
              </a:rPr>
              <a:t>have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95">
                <a:latin typeface="Comic Sans MS"/>
                <a:cs typeface="Comic Sans MS"/>
              </a:rPr>
              <a:t>revolutionized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75">
                <a:latin typeface="Comic Sans MS"/>
                <a:cs typeface="Comic Sans MS"/>
              </a:rPr>
              <a:t>quality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70">
                <a:latin typeface="Comic Sans MS"/>
                <a:cs typeface="Comic Sans MS"/>
              </a:rPr>
              <a:t>assurance,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achieving </a:t>
            </a:r>
            <a:r>
              <a:rPr dirty="0" sz="1300" spc="-55" b="1">
                <a:latin typeface="Comic Sans MS"/>
                <a:cs typeface="Comic Sans MS"/>
              </a:rPr>
              <a:t>70</a:t>
            </a:r>
            <a:r>
              <a:rPr dirty="0" sz="1250" spc="-55" b="1">
                <a:latin typeface="Cambria"/>
                <a:cs typeface="Cambria"/>
              </a:rPr>
              <a:t>%</a:t>
            </a:r>
            <a:r>
              <a:rPr dirty="0" sz="1250" spc="-15" b="1">
                <a:latin typeface="Cambria"/>
                <a:cs typeface="Cambria"/>
              </a:rPr>
              <a:t> </a:t>
            </a:r>
            <a:r>
              <a:rPr dirty="0" sz="1350" spc="-40" b="1">
                <a:latin typeface="Comic Sans MS"/>
                <a:cs typeface="Comic Sans MS"/>
              </a:rPr>
              <a:t>c</a:t>
            </a:r>
            <a:r>
              <a:rPr dirty="0" sz="1300" spc="-40" b="1">
                <a:latin typeface="Comic Sans MS"/>
                <a:cs typeface="Comic Sans MS"/>
              </a:rPr>
              <a:t>ost</a:t>
            </a:r>
            <a:r>
              <a:rPr dirty="0" sz="1300" spc="-305" b="1">
                <a:latin typeface="Comic Sans MS"/>
                <a:cs typeface="Comic Sans MS"/>
              </a:rPr>
              <a:t> </a:t>
            </a:r>
            <a:r>
              <a:rPr dirty="0" sz="1300" spc="-55" b="1">
                <a:latin typeface="Comic Sans MS"/>
                <a:cs typeface="Comic Sans MS"/>
              </a:rPr>
              <a:t>r</a:t>
            </a:r>
            <a:r>
              <a:rPr dirty="0" sz="1350" spc="-55" b="1">
                <a:latin typeface="Comic Sans MS"/>
                <a:cs typeface="Comic Sans MS"/>
              </a:rPr>
              <a:t>ed</a:t>
            </a:r>
            <a:r>
              <a:rPr dirty="0" sz="1300" spc="-55" b="1">
                <a:latin typeface="Comic Sans MS"/>
                <a:cs typeface="Comic Sans MS"/>
              </a:rPr>
              <a:t>u</a:t>
            </a:r>
            <a:r>
              <a:rPr dirty="0" sz="1350" spc="-55" b="1">
                <a:latin typeface="Comic Sans MS"/>
                <a:cs typeface="Comic Sans MS"/>
              </a:rPr>
              <a:t>c</a:t>
            </a:r>
            <a:r>
              <a:rPr dirty="0" sz="1300" spc="-55" b="1">
                <a:latin typeface="Comic Sans MS"/>
                <a:cs typeface="Comic Sans MS"/>
              </a:rPr>
              <a:t>t</a:t>
            </a:r>
            <a:r>
              <a:rPr dirty="0" sz="1350" spc="-55" b="1">
                <a:latin typeface="Comic Sans MS"/>
                <a:cs typeface="Comic Sans MS"/>
              </a:rPr>
              <a:t>i</a:t>
            </a:r>
            <a:r>
              <a:rPr dirty="0" sz="1300" spc="-55" b="1">
                <a:latin typeface="Comic Sans MS"/>
                <a:cs typeface="Comic Sans MS"/>
              </a:rPr>
              <a:t>ons</a:t>
            </a:r>
            <a:r>
              <a:rPr dirty="0" sz="1300" spc="-270" b="1">
                <a:latin typeface="Comic Sans MS"/>
                <a:cs typeface="Comic Sans MS"/>
              </a:rPr>
              <a:t> </a:t>
            </a:r>
            <a:r>
              <a:rPr dirty="0" sz="1300" spc="-80">
                <a:latin typeface="Comic Sans MS"/>
                <a:cs typeface="Comic Sans MS"/>
              </a:rPr>
              <a:t>while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50" spc="-25" b="1">
                <a:latin typeface="Comic Sans MS"/>
                <a:cs typeface="Comic Sans MS"/>
              </a:rPr>
              <a:t>i</a:t>
            </a:r>
            <a:r>
              <a:rPr dirty="0" sz="1300" spc="-25" b="1">
                <a:latin typeface="Comic Sans MS"/>
                <a:cs typeface="Comic Sans MS"/>
              </a:rPr>
              <a:t>mprov</a:t>
            </a:r>
            <a:r>
              <a:rPr dirty="0" sz="1350" spc="-25" b="1">
                <a:latin typeface="Comic Sans MS"/>
                <a:cs typeface="Comic Sans MS"/>
              </a:rPr>
              <a:t>i</a:t>
            </a:r>
            <a:r>
              <a:rPr dirty="0" sz="1300" spc="-25" b="1">
                <a:latin typeface="Comic Sans MS"/>
                <a:cs typeface="Comic Sans MS"/>
              </a:rPr>
              <a:t>n</a:t>
            </a:r>
            <a:r>
              <a:rPr dirty="0" sz="1350" spc="-25" b="1">
                <a:latin typeface="Comic Sans MS"/>
                <a:cs typeface="Comic Sans MS"/>
              </a:rPr>
              <a:t>g</a:t>
            </a:r>
            <a:r>
              <a:rPr dirty="0" sz="1350" spc="-325" b="1">
                <a:latin typeface="Comic Sans MS"/>
                <a:cs typeface="Comic Sans MS"/>
              </a:rPr>
              <a:t> </a:t>
            </a:r>
            <a:r>
              <a:rPr dirty="0" sz="1300" spc="-50" b="1">
                <a:latin typeface="Comic Sans MS"/>
                <a:cs typeface="Comic Sans MS"/>
              </a:rPr>
              <a:t>qu</a:t>
            </a:r>
            <a:r>
              <a:rPr dirty="0" sz="1350" spc="-50" b="1">
                <a:latin typeface="Comic Sans MS"/>
                <a:cs typeface="Comic Sans MS"/>
              </a:rPr>
              <a:t>a</a:t>
            </a:r>
            <a:r>
              <a:rPr dirty="0" sz="1300" spc="-50" b="1">
                <a:latin typeface="Comic Sans MS"/>
                <a:cs typeface="Comic Sans MS"/>
              </a:rPr>
              <a:t>l</a:t>
            </a:r>
            <a:r>
              <a:rPr dirty="0" sz="1350" spc="-50" b="1">
                <a:latin typeface="Comic Sans MS"/>
                <a:cs typeface="Comic Sans MS"/>
              </a:rPr>
              <a:t>i</a:t>
            </a:r>
            <a:r>
              <a:rPr dirty="0" sz="1300" spc="-50" b="1">
                <a:latin typeface="Comic Sans MS"/>
                <a:cs typeface="Comic Sans MS"/>
              </a:rPr>
              <a:t>ty</a:t>
            </a:r>
            <a:r>
              <a:rPr dirty="0" sz="1300" spc="-305" b="1">
                <a:latin typeface="Comic Sans MS"/>
                <a:cs typeface="Comic Sans MS"/>
              </a:rPr>
              <a:t> </a:t>
            </a:r>
            <a:r>
              <a:rPr dirty="0" sz="1350" spc="-60" b="1">
                <a:latin typeface="Comic Sans MS"/>
                <a:cs typeface="Comic Sans MS"/>
              </a:rPr>
              <a:t>b</a:t>
            </a:r>
            <a:r>
              <a:rPr dirty="0" sz="1300" spc="-60" b="1">
                <a:latin typeface="Comic Sans MS"/>
                <a:cs typeface="Comic Sans MS"/>
              </a:rPr>
              <a:t>y</a:t>
            </a:r>
            <a:r>
              <a:rPr dirty="0" sz="1300" spc="-300" b="1">
                <a:latin typeface="Comic Sans MS"/>
                <a:cs typeface="Comic Sans MS"/>
              </a:rPr>
              <a:t> </a:t>
            </a:r>
            <a:r>
              <a:rPr dirty="0" sz="1300" spc="-25" b="1">
                <a:latin typeface="Comic Sans MS"/>
                <a:cs typeface="Comic Sans MS"/>
              </a:rPr>
              <a:t>60</a:t>
            </a:r>
            <a:r>
              <a:rPr dirty="0" sz="1250" spc="-25" b="1">
                <a:latin typeface="Cambria"/>
                <a:cs typeface="Cambria"/>
              </a:rPr>
              <a:t>%</a:t>
            </a:r>
            <a:r>
              <a:rPr dirty="0" sz="1300" spc="-25">
                <a:latin typeface="Comic Sans MS"/>
                <a:cs typeface="Comic Sans MS"/>
              </a:rPr>
              <a:t>.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30">
                <a:latin typeface="Comic Sans MS"/>
                <a:cs typeface="Comic Sans MS"/>
              </a:rPr>
              <a:t>Our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35">
                <a:latin typeface="Comic Sans MS"/>
                <a:cs typeface="Comic Sans MS"/>
              </a:rPr>
              <a:t>company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30">
                <a:latin typeface="Comic Sans MS"/>
                <a:cs typeface="Comic Sans MS"/>
              </a:rPr>
              <a:t>can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75">
                <a:latin typeface="Comic Sans MS"/>
                <a:cs typeface="Comic Sans MS"/>
              </a:rPr>
              <a:t>achieve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95">
                <a:latin typeface="Comic Sans MS"/>
                <a:cs typeface="Comic Sans MS"/>
              </a:rPr>
              <a:t>similar </a:t>
            </a:r>
            <a:r>
              <a:rPr dirty="0" sz="1300" spc="-110">
                <a:latin typeface="Comic Sans MS"/>
                <a:cs typeface="Comic Sans MS"/>
              </a:rPr>
              <a:t>results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35">
                <a:latin typeface="Comic Sans MS"/>
                <a:cs typeface="Comic Sans MS"/>
              </a:rPr>
              <a:t>by </a:t>
            </a:r>
            <a:r>
              <a:rPr dirty="0" sz="1300" spc="-110">
                <a:latin typeface="Comic Sans MS"/>
                <a:cs typeface="Comic Sans MS"/>
              </a:rPr>
              <a:t>transforming</a:t>
            </a:r>
            <a:r>
              <a:rPr dirty="0" sz="1300" spc="-80">
                <a:latin typeface="Comic Sans MS"/>
                <a:cs typeface="Comic Sans MS"/>
              </a:rPr>
              <a:t> our </a:t>
            </a:r>
            <a:r>
              <a:rPr dirty="0" sz="1300" spc="-60">
                <a:latin typeface="Comic Sans MS"/>
                <a:cs typeface="Comic Sans MS"/>
              </a:rPr>
              <a:t>approach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135">
                <a:latin typeface="Comic Sans MS"/>
                <a:cs typeface="Comic Sans MS"/>
              </a:rPr>
              <a:t>from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100">
                <a:latin typeface="Comic Sans MS"/>
                <a:cs typeface="Comic Sans MS"/>
              </a:rPr>
              <a:t>exhaustive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70">
                <a:latin typeface="Comic Sans MS"/>
                <a:cs typeface="Comic Sans MS"/>
              </a:rPr>
              <a:t>device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testing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to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105">
                <a:latin typeface="Comic Sans MS"/>
                <a:cs typeface="Comic Sans MS"/>
              </a:rPr>
              <a:t>intelligent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monitoring.</a:t>
            </a:r>
            <a:endParaRPr sz="13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565"/>
              </a:spcBef>
            </a:pPr>
            <a:r>
              <a:rPr dirty="0" sz="1450" spc="-100" b="1">
                <a:latin typeface="Gill Sans MT"/>
                <a:cs typeface="Gill Sans MT"/>
              </a:rPr>
              <a:t>C</a:t>
            </a:r>
            <a:r>
              <a:rPr dirty="0" sz="1450" spc="-100" b="1">
                <a:latin typeface="Trebuchet MS"/>
                <a:cs typeface="Trebuchet MS"/>
              </a:rPr>
              <a:t>urr</a:t>
            </a:r>
            <a:r>
              <a:rPr dirty="0" sz="1550" spc="-100" b="1">
                <a:latin typeface="Gill Sans MT"/>
                <a:cs typeface="Gill Sans MT"/>
              </a:rPr>
              <a:t>e</a:t>
            </a:r>
            <a:r>
              <a:rPr dirty="0" sz="1450" spc="-100" b="1">
                <a:latin typeface="Trebuchet MS"/>
                <a:cs typeface="Trebuchet MS"/>
              </a:rPr>
              <a:t>nt</a:t>
            </a:r>
            <a:r>
              <a:rPr dirty="0" sz="1450" spc="-155" b="1">
                <a:latin typeface="Trebuchet MS"/>
                <a:cs typeface="Trebuchet MS"/>
              </a:rPr>
              <a:t> </a:t>
            </a:r>
            <a:r>
              <a:rPr dirty="0" sz="1450" spc="-75" b="1">
                <a:latin typeface="Gill Sans MT"/>
                <a:cs typeface="Gill Sans MT"/>
              </a:rPr>
              <a:t>S</a:t>
            </a:r>
            <a:r>
              <a:rPr dirty="0" sz="1450" spc="-75" b="1">
                <a:latin typeface="Trebuchet MS"/>
                <a:cs typeface="Trebuchet MS"/>
              </a:rPr>
              <a:t>t</a:t>
            </a:r>
            <a:r>
              <a:rPr dirty="0" sz="1550" spc="-75" b="1">
                <a:latin typeface="Gill Sans MT"/>
                <a:cs typeface="Gill Sans MT"/>
              </a:rPr>
              <a:t>a</a:t>
            </a:r>
            <a:r>
              <a:rPr dirty="0" sz="1450" spc="-75" b="1">
                <a:latin typeface="Trebuchet MS"/>
                <a:cs typeface="Trebuchet MS"/>
              </a:rPr>
              <a:t>t</a:t>
            </a:r>
            <a:r>
              <a:rPr dirty="0" sz="1550" spc="-75" b="1">
                <a:latin typeface="Gill Sans MT"/>
                <a:cs typeface="Gill Sans MT"/>
              </a:rPr>
              <a:t>e</a:t>
            </a:r>
            <a:r>
              <a:rPr dirty="0" sz="1550" spc="-150" b="1">
                <a:latin typeface="Gill Sans MT"/>
                <a:cs typeface="Gill Sans MT"/>
              </a:rPr>
              <a:t> </a:t>
            </a:r>
            <a:r>
              <a:rPr dirty="0" sz="1450" spc="-10" b="1">
                <a:latin typeface="Gill Sans MT"/>
                <a:cs typeface="Gill Sans MT"/>
              </a:rPr>
              <a:t>C</a:t>
            </a:r>
            <a:r>
              <a:rPr dirty="0" sz="1550" spc="-10" b="1">
                <a:latin typeface="Gill Sans MT"/>
                <a:cs typeface="Gill Sans MT"/>
              </a:rPr>
              <a:t>ha</a:t>
            </a:r>
            <a:r>
              <a:rPr dirty="0" sz="1450" spc="-10" b="1">
                <a:latin typeface="Trebuchet MS"/>
                <a:cs typeface="Trebuchet MS"/>
              </a:rPr>
              <a:t>ll</a:t>
            </a:r>
            <a:r>
              <a:rPr dirty="0" sz="1550" spc="-10" b="1">
                <a:latin typeface="Gill Sans MT"/>
                <a:cs typeface="Gill Sans MT"/>
              </a:rPr>
              <a:t>e</a:t>
            </a:r>
            <a:r>
              <a:rPr dirty="0" sz="1450" spc="-10" b="1">
                <a:latin typeface="Trebuchet MS"/>
                <a:cs typeface="Trebuchet MS"/>
              </a:rPr>
              <a:t>n</a:t>
            </a:r>
            <a:r>
              <a:rPr dirty="0" sz="1550" spc="-10" b="1">
                <a:latin typeface="Gill Sans MT"/>
                <a:cs typeface="Gill Sans MT"/>
              </a:rPr>
              <a:t>ge</a:t>
            </a:r>
            <a:r>
              <a:rPr dirty="0" sz="1450" spc="-10" b="1">
                <a:latin typeface="Trebuchet MS"/>
                <a:cs typeface="Trebuchet MS"/>
              </a:rPr>
              <a:t>s</a:t>
            </a:r>
            <a:endParaRPr sz="1450">
              <a:latin typeface="Trebuchet MS"/>
              <a:cs typeface="Trebuchet MS"/>
            </a:endParaRPr>
          </a:p>
          <a:p>
            <a:pPr marL="280035">
              <a:lnSpc>
                <a:spcPct val="100000"/>
              </a:lnSpc>
              <a:spcBef>
                <a:spcPts val="965"/>
              </a:spcBef>
            </a:pPr>
            <a:r>
              <a:rPr dirty="0" sz="1250" spc="-50" b="1">
                <a:latin typeface="Comic Sans MS"/>
                <a:cs typeface="Comic Sans MS"/>
              </a:rPr>
              <a:t>U</a:t>
            </a:r>
            <a:r>
              <a:rPr dirty="0" sz="1300" spc="-50" b="1">
                <a:latin typeface="Comic Sans MS"/>
                <a:cs typeface="Comic Sans MS"/>
              </a:rPr>
              <a:t>nsust</a:t>
            </a:r>
            <a:r>
              <a:rPr dirty="0" sz="1350" spc="-50" b="1">
                <a:latin typeface="Comic Sans MS"/>
                <a:cs typeface="Comic Sans MS"/>
              </a:rPr>
              <a:t>ai</a:t>
            </a:r>
            <a:r>
              <a:rPr dirty="0" sz="1300" spc="-50" b="1">
                <a:latin typeface="Comic Sans MS"/>
                <a:cs typeface="Comic Sans MS"/>
              </a:rPr>
              <a:t>n</a:t>
            </a:r>
            <a:r>
              <a:rPr dirty="0" sz="1350" spc="-50" b="1">
                <a:latin typeface="Comic Sans MS"/>
                <a:cs typeface="Comic Sans MS"/>
              </a:rPr>
              <a:t>ab</a:t>
            </a:r>
            <a:r>
              <a:rPr dirty="0" sz="1300" spc="-50" b="1">
                <a:latin typeface="Comic Sans MS"/>
                <a:cs typeface="Comic Sans MS"/>
              </a:rPr>
              <a:t>l</a:t>
            </a:r>
            <a:r>
              <a:rPr dirty="0" sz="1350" spc="-50" b="1">
                <a:latin typeface="Comic Sans MS"/>
                <a:cs typeface="Comic Sans MS"/>
              </a:rPr>
              <a:t>e</a:t>
            </a:r>
            <a:r>
              <a:rPr dirty="0" sz="1350" spc="-330" b="1">
                <a:latin typeface="Comic Sans MS"/>
                <a:cs typeface="Comic Sans MS"/>
              </a:rPr>
              <a:t> </a:t>
            </a:r>
            <a:r>
              <a:rPr dirty="0" sz="1300" spc="-35" b="1">
                <a:latin typeface="Comic Sans MS"/>
                <a:cs typeface="Comic Sans MS"/>
              </a:rPr>
              <a:t>Costs</a:t>
            </a:r>
            <a:r>
              <a:rPr dirty="0" sz="1300" spc="-35">
                <a:latin typeface="Comic Sans MS"/>
                <a:cs typeface="Comic Sans MS"/>
              </a:rPr>
              <a:t>: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00">
                <a:latin typeface="Comic Sans MS"/>
                <a:cs typeface="Comic Sans MS"/>
              </a:rPr>
              <a:t>Operating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55">
                <a:latin typeface="Comic Sans MS"/>
                <a:cs typeface="Comic Sans MS"/>
              </a:rPr>
              <a:t>3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60">
                <a:latin typeface="Comic Sans MS"/>
                <a:cs typeface="Comic Sans MS"/>
              </a:rPr>
              <a:t>global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45">
                <a:latin typeface="Comic Sans MS"/>
                <a:cs typeface="Comic Sans MS"/>
              </a:rPr>
              <a:t>cloud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05">
                <a:latin typeface="Comic Sans MS"/>
                <a:cs typeface="Comic Sans MS"/>
              </a:rPr>
              <a:t>centers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00">
                <a:latin typeface="Comic Sans MS"/>
                <a:cs typeface="Comic Sans MS"/>
              </a:rPr>
              <a:t>with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80">
                <a:latin typeface="Comic Sans MS"/>
                <a:cs typeface="Comic Sans MS"/>
              </a:rPr>
              <a:t>hundreds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30">
                <a:latin typeface="Comic Sans MS"/>
                <a:cs typeface="Comic Sans MS"/>
              </a:rPr>
              <a:t>of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70">
                <a:latin typeface="Comic Sans MS"/>
                <a:cs typeface="Comic Sans MS"/>
              </a:rPr>
              <a:t>devices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20">
                <a:latin typeface="Comic Sans MS"/>
                <a:cs typeface="Comic Sans MS"/>
              </a:rPr>
              <a:t>24/7</a:t>
            </a:r>
            <a:endParaRPr sz="1300">
              <a:latin typeface="Comic Sans MS"/>
              <a:cs typeface="Comic Sans MS"/>
            </a:endParaRPr>
          </a:p>
          <a:p>
            <a:pPr marL="280035" marR="664845">
              <a:lnSpc>
                <a:spcPct val="123500"/>
              </a:lnSpc>
              <a:spcBef>
                <a:spcPts val="475"/>
              </a:spcBef>
            </a:pPr>
            <a:r>
              <a:rPr dirty="0" sz="1300" spc="-35" b="1">
                <a:latin typeface="Comic Sans MS"/>
                <a:cs typeface="Comic Sans MS"/>
              </a:rPr>
              <a:t>D</a:t>
            </a:r>
            <a:r>
              <a:rPr dirty="0" sz="1350" spc="-35" b="1">
                <a:latin typeface="Comic Sans MS"/>
                <a:cs typeface="Comic Sans MS"/>
              </a:rPr>
              <a:t>i</a:t>
            </a:r>
            <a:r>
              <a:rPr dirty="0" sz="1300" spc="-35" b="1">
                <a:latin typeface="Comic Sans MS"/>
                <a:cs typeface="Comic Sans MS"/>
              </a:rPr>
              <a:t>m</a:t>
            </a:r>
            <a:r>
              <a:rPr dirty="0" sz="1350" spc="-35" b="1">
                <a:latin typeface="Comic Sans MS"/>
                <a:cs typeface="Comic Sans MS"/>
              </a:rPr>
              <a:t>i</a:t>
            </a:r>
            <a:r>
              <a:rPr dirty="0" sz="1300" spc="-35" b="1">
                <a:latin typeface="Comic Sans MS"/>
                <a:cs typeface="Comic Sans MS"/>
              </a:rPr>
              <a:t>n</a:t>
            </a:r>
            <a:r>
              <a:rPr dirty="0" sz="1350" spc="-35" b="1">
                <a:latin typeface="Comic Sans MS"/>
                <a:cs typeface="Comic Sans MS"/>
              </a:rPr>
              <a:t>i</a:t>
            </a:r>
            <a:r>
              <a:rPr dirty="0" sz="1300" spc="-35" b="1">
                <a:latin typeface="Comic Sans MS"/>
                <a:cs typeface="Comic Sans MS"/>
              </a:rPr>
              <a:t>s</a:t>
            </a:r>
            <a:r>
              <a:rPr dirty="0" sz="1350" spc="-35" b="1">
                <a:latin typeface="Comic Sans MS"/>
                <a:cs typeface="Comic Sans MS"/>
              </a:rPr>
              <a:t>hi</a:t>
            </a:r>
            <a:r>
              <a:rPr dirty="0" sz="1300" spc="-35" b="1">
                <a:latin typeface="Comic Sans MS"/>
                <a:cs typeface="Comic Sans MS"/>
              </a:rPr>
              <a:t>n</a:t>
            </a:r>
            <a:r>
              <a:rPr dirty="0" sz="1350" spc="-35" b="1">
                <a:latin typeface="Comic Sans MS"/>
                <a:cs typeface="Comic Sans MS"/>
              </a:rPr>
              <a:t>g</a:t>
            </a:r>
            <a:r>
              <a:rPr dirty="0" sz="1350" spc="-320" b="1">
                <a:latin typeface="Comic Sans MS"/>
                <a:cs typeface="Comic Sans MS"/>
              </a:rPr>
              <a:t> </a:t>
            </a:r>
            <a:r>
              <a:rPr dirty="0" sz="1300" spc="-65" b="1">
                <a:latin typeface="Comic Sans MS"/>
                <a:cs typeface="Comic Sans MS"/>
              </a:rPr>
              <a:t>R</a:t>
            </a:r>
            <a:r>
              <a:rPr dirty="0" sz="1350" spc="-65" b="1">
                <a:latin typeface="Comic Sans MS"/>
                <a:cs typeface="Comic Sans MS"/>
              </a:rPr>
              <a:t>e</a:t>
            </a:r>
            <a:r>
              <a:rPr dirty="0" sz="1300" spc="-65" b="1">
                <a:latin typeface="Comic Sans MS"/>
                <a:cs typeface="Comic Sans MS"/>
              </a:rPr>
              <a:t>turns</a:t>
            </a:r>
            <a:r>
              <a:rPr dirty="0" sz="1300" spc="-65">
                <a:latin typeface="Comic Sans MS"/>
                <a:cs typeface="Comic Sans MS"/>
              </a:rPr>
              <a:t>: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45">
                <a:latin typeface="Comic Sans MS"/>
                <a:cs typeface="Comic Sans MS"/>
              </a:rPr>
              <a:t>Running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00">
                <a:latin typeface="Comic Sans MS"/>
                <a:cs typeface="Comic Sans MS"/>
              </a:rPr>
              <a:t>4,500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145">
                <a:latin typeface="Comic Sans MS"/>
                <a:cs typeface="Comic Sans MS"/>
              </a:rPr>
              <a:t>test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95">
                <a:latin typeface="Comic Sans MS"/>
                <a:cs typeface="Comic Sans MS"/>
              </a:rPr>
              <a:t>executions</a:t>
            </a:r>
            <a:r>
              <a:rPr dirty="0" sz="1300" spc="-90">
                <a:latin typeface="Comic Sans MS"/>
                <a:cs typeface="Comic Sans MS"/>
              </a:rPr>
              <a:t> per </a:t>
            </a:r>
            <a:r>
              <a:rPr dirty="0" sz="1300" spc="-95">
                <a:latin typeface="Comic Sans MS"/>
                <a:cs typeface="Comic Sans MS"/>
              </a:rPr>
              <a:t>regression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65">
                <a:latin typeface="Comic Sans MS"/>
                <a:cs typeface="Comic Sans MS"/>
              </a:rPr>
              <a:t>cycle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95">
                <a:latin typeface="Comic Sans MS"/>
                <a:cs typeface="Comic Sans MS"/>
              </a:rPr>
              <a:t>(250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30">
                <a:latin typeface="Comic Sans MS"/>
                <a:cs typeface="Comic Sans MS"/>
              </a:rPr>
              <a:t>tests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130">
                <a:latin typeface="Comic Sans MS"/>
                <a:cs typeface="Comic Sans MS"/>
              </a:rPr>
              <a:t>×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50">
                <a:latin typeface="Comic Sans MS"/>
                <a:cs typeface="Comic Sans MS"/>
              </a:rPr>
              <a:t>6 </a:t>
            </a:r>
            <a:r>
              <a:rPr dirty="0" sz="1300" spc="-110">
                <a:latin typeface="Comic Sans MS"/>
                <a:cs typeface="Comic Sans MS"/>
              </a:rPr>
              <a:t>platforms</a:t>
            </a:r>
            <a:r>
              <a:rPr dirty="0" sz="1300" spc="-114">
                <a:latin typeface="Comic Sans MS"/>
                <a:cs typeface="Comic Sans MS"/>
              </a:rPr>
              <a:t> </a:t>
            </a:r>
            <a:r>
              <a:rPr dirty="0" sz="1300" spc="130">
                <a:latin typeface="Comic Sans MS"/>
                <a:cs typeface="Comic Sans MS"/>
              </a:rPr>
              <a:t>×</a:t>
            </a:r>
            <a:r>
              <a:rPr dirty="0" sz="1300" spc="-110">
                <a:latin typeface="Comic Sans MS"/>
                <a:cs typeface="Comic Sans MS"/>
              </a:rPr>
              <a:t> </a:t>
            </a:r>
            <a:r>
              <a:rPr dirty="0" sz="1300" spc="-55">
                <a:latin typeface="Comic Sans MS"/>
                <a:cs typeface="Comic Sans MS"/>
              </a:rPr>
              <a:t>3</a:t>
            </a:r>
            <a:r>
              <a:rPr dirty="0" sz="1300" spc="-110">
                <a:latin typeface="Comic Sans MS"/>
                <a:cs typeface="Comic Sans MS"/>
              </a:rPr>
              <a:t> </a:t>
            </a:r>
            <a:r>
              <a:rPr dirty="0" sz="1300" spc="-20">
                <a:latin typeface="Comic Sans MS"/>
                <a:cs typeface="Comic Sans MS"/>
              </a:rPr>
              <a:t>apps)</a:t>
            </a:r>
            <a:endParaRPr sz="1300">
              <a:latin typeface="Comic Sans MS"/>
              <a:cs typeface="Comic Sans MS"/>
            </a:endParaRPr>
          </a:p>
          <a:p>
            <a:pPr marL="280035" marR="269240">
              <a:lnSpc>
                <a:spcPct val="128099"/>
              </a:lnSpc>
              <a:spcBef>
                <a:spcPts val="335"/>
              </a:spcBef>
            </a:pPr>
            <a:r>
              <a:rPr dirty="0" sz="1300" spc="-50" b="1">
                <a:latin typeface="Comic Sans MS"/>
                <a:cs typeface="Comic Sans MS"/>
              </a:rPr>
              <a:t>Comp</a:t>
            </a:r>
            <a:r>
              <a:rPr dirty="0" sz="1350" spc="-50" b="1">
                <a:latin typeface="Comic Sans MS"/>
                <a:cs typeface="Comic Sans MS"/>
              </a:rPr>
              <a:t>e</a:t>
            </a:r>
            <a:r>
              <a:rPr dirty="0" sz="1300" spc="-50" b="1">
                <a:latin typeface="Comic Sans MS"/>
                <a:cs typeface="Comic Sans MS"/>
              </a:rPr>
              <a:t>t</a:t>
            </a:r>
            <a:r>
              <a:rPr dirty="0" sz="1350" spc="-50" b="1">
                <a:latin typeface="Comic Sans MS"/>
                <a:cs typeface="Comic Sans MS"/>
              </a:rPr>
              <a:t>i</a:t>
            </a:r>
            <a:r>
              <a:rPr dirty="0" sz="1300" spc="-50" b="1">
                <a:latin typeface="Comic Sans MS"/>
                <a:cs typeface="Comic Sans MS"/>
              </a:rPr>
              <a:t>t</a:t>
            </a:r>
            <a:r>
              <a:rPr dirty="0" sz="1350" spc="-50" b="1">
                <a:latin typeface="Comic Sans MS"/>
                <a:cs typeface="Comic Sans MS"/>
              </a:rPr>
              <a:t>i</a:t>
            </a:r>
            <a:r>
              <a:rPr dirty="0" sz="1300" spc="-50" b="1">
                <a:latin typeface="Comic Sans MS"/>
                <a:cs typeface="Comic Sans MS"/>
              </a:rPr>
              <a:t>v</a:t>
            </a:r>
            <a:r>
              <a:rPr dirty="0" sz="1350" spc="-50" b="1">
                <a:latin typeface="Comic Sans MS"/>
                <a:cs typeface="Comic Sans MS"/>
              </a:rPr>
              <a:t>e</a:t>
            </a:r>
            <a:r>
              <a:rPr dirty="0" sz="1350" spc="-325" b="1">
                <a:latin typeface="Comic Sans MS"/>
                <a:cs typeface="Comic Sans MS"/>
              </a:rPr>
              <a:t> </a:t>
            </a:r>
            <a:r>
              <a:rPr dirty="0" sz="1300" spc="-65" b="1">
                <a:latin typeface="Comic Sans MS"/>
                <a:cs typeface="Comic Sans MS"/>
              </a:rPr>
              <a:t>D</a:t>
            </a:r>
            <a:r>
              <a:rPr dirty="0" sz="1350" spc="-65" b="1">
                <a:latin typeface="Comic Sans MS"/>
                <a:cs typeface="Comic Sans MS"/>
              </a:rPr>
              <a:t>i</a:t>
            </a:r>
            <a:r>
              <a:rPr dirty="0" sz="1300" spc="-65" b="1">
                <a:latin typeface="Comic Sans MS"/>
                <a:cs typeface="Comic Sans MS"/>
              </a:rPr>
              <a:t>s</a:t>
            </a:r>
            <a:r>
              <a:rPr dirty="0" sz="1350" spc="-65" b="1">
                <a:latin typeface="Comic Sans MS"/>
                <a:cs typeface="Comic Sans MS"/>
              </a:rPr>
              <a:t>ad</a:t>
            </a:r>
            <a:r>
              <a:rPr dirty="0" sz="1300" spc="-65" b="1">
                <a:latin typeface="Comic Sans MS"/>
                <a:cs typeface="Comic Sans MS"/>
              </a:rPr>
              <a:t>v</a:t>
            </a:r>
            <a:r>
              <a:rPr dirty="0" sz="1350" spc="-65" b="1">
                <a:latin typeface="Comic Sans MS"/>
                <a:cs typeface="Comic Sans MS"/>
              </a:rPr>
              <a:t>a</a:t>
            </a:r>
            <a:r>
              <a:rPr dirty="0" sz="1300" spc="-65" b="1">
                <a:latin typeface="Comic Sans MS"/>
                <a:cs typeface="Comic Sans MS"/>
              </a:rPr>
              <a:t>nt</a:t>
            </a:r>
            <a:r>
              <a:rPr dirty="0" sz="1350" spc="-65" b="1">
                <a:latin typeface="Comic Sans MS"/>
                <a:cs typeface="Comic Sans MS"/>
              </a:rPr>
              <a:t>age</a:t>
            </a:r>
            <a:r>
              <a:rPr dirty="0" sz="1300" spc="-65">
                <a:latin typeface="Comic Sans MS"/>
                <a:cs typeface="Comic Sans MS"/>
              </a:rPr>
              <a:t>:</a:t>
            </a:r>
            <a:r>
              <a:rPr dirty="0" sz="1300" spc="-90">
                <a:latin typeface="Comic Sans MS"/>
                <a:cs typeface="Comic Sans MS"/>
              </a:rPr>
              <a:t> Competitors </a:t>
            </a:r>
            <a:r>
              <a:rPr dirty="0" sz="1300" spc="-95">
                <a:latin typeface="Comic Sans MS"/>
                <a:cs typeface="Comic Sans MS"/>
              </a:rPr>
              <a:t>release </a:t>
            </a:r>
            <a:r>
              <a:rPr dirty="0" sz="1300" spc="-114">
                <a:latin typeface="Comic Sans MS"/>
                <a:cs typeface="Comic Sans MS"/>
              </a:rPr>
              <a:t>10x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55">
                <a:latin typeface="Comic Sans MS"/>
                <a:cs typeface="Comic Sans MS"/>
              </a:rPr>
              <a:t>faster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00">
                <a:latin typeface="Comic Sans MS"/>
                <a:cs typeface="Comic Sans MS"/>
              </a:rPr>
              <a:t>with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00">
                <a:latin typeface="Comic Sans MS"/>
                <a:cs typeface="Comic Sans MS"/>
              </a:rPr>
              <a:t>higher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75">
                <a:latin typeface="Comic Sans MS"/>
                <a:cs typeface="Comic Sans MS"/>
              </a:rPr>
              <a:t>quality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45">
                <a:latin typeface="Comic Sans MS"/>
                <a:cs typeface="Comic Sans MS"/>
              </a:rPr>
              <a:t>using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225">
                <a:latin typeface="Comic Sans MS"/>
                <a:cs typeface="Comic Sans MS"/>
              </a:rPr>
              <a:t>AI-</a:t>
            </a:r>
            <a:r>
              <a:rPr dirty="0" sz="1300" spc="-10">
                <a:latin typeface="Comic Sans MS"/>
                <a:cs typeface="Comic Sans MS"/>
              </a:rPr>
              <a:t>driven approaches</a:t>
            </a:r>
            <a:endParaRPr sz="1300">
              <a:latin typeface="Comic Sans MS"/>
              <a:cs typeface="Comic Sans MS"/>
            </a:endParaRPr>
          </a:p>
          <a:p>
            <a:pPr marL="280035">
              <a:lnSpc>
                <a:spcPct val="100000"/>
              </a:lnSpc>
              <a:spcBef>
                <a:spcPts val="790"/>
              </a:spcBef>
            </a:pPr>
            <a:r>
              <a:rPr dirty="0" sz="1300" spc="-60" b="1">
                <a:latin typeface="Comic Sans MS"/>
                <a:cs typeface="Comic Sans MS"/>
              </a:rPr>
              <a:t>M</a:t>
            </a:r>
            <a:r>
              <a:rPr dirty="0" sz="1350" spc="-60" b="1">
                <a:latin typeface="Comic Sans MS"/>
                <a:cs typeface="Comic Sans MS"/>
              </a:rPr>
              <a:t>i</a:t>
            </a:r>
            <a:r>
              <a:rPr dirty="0" sz="1300" spc="-60" b="1">
                <a:latin typeface="Comic Sans MS"/>
                <a:cs typeface="Comic Sans MS"/>
              </a:rPr>
              <a:t>ss</a:t>
            </a:r>
            <a:r>
              <a:rPr dirty="0" sz="1350" spc="-60" b="1">
                <a:latin typeface="Comic Sans MS"/>
                <a:cs typeface="Comic Sans MS"/>
              </a:rPr>
              <a:t>ed</a:t>
            </a:r>
            <a:r>
              <a:rPr dirty="0" sz="1350" spc="-320" b="1">
                <a:latin typeface="Comic Sans MS"/>
                <a:cs typeface="Comic Sans MS"/>
              </a:rPr>
              <a:t> </a:t>
            </a:r>
            <a:r>
              <a:rPr dirty="0" sz="1300" spc="-80" b="1">
                <a:latin typeface="Comic Sans MS"/>
                <a:cs typeface="Comic Sans MS"/>
              </a:rPr>
              <a:t>Issu</a:t>
            </a:r>
            <a:r>
              <a:rPr dirty="0" sz="1350" spc="-80" b="1">
                <a:latin typeface="Comic Sans MS"/>
                <a:cs typeface="Comic Sans MS"/>
              </a:rPr>
              <a:t>e</a:t>
            </a:r>
            <a:r>
              <a:rPr dirty="0" sz="1300" spc="-80" b="1">
                <a:latin typeface="Comic Sans MS"/>
                <a:cs typeface="Comic Sans MS"/>
              </a:rPr>
              <a:t>s</a:t>
            </a:r>
            <a:r>
              <a:rPr dirty="0" sz="1300" spc="-80">
                <a:latin typeface="Comic Sans MS"/>
                <a:cs typeface="Comic Sans MS"/>
              </a:rPr>
              <a:t>: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100">
                <a:latin typeface="Comic Sans MS"/>
                <a:cs typeface="Comic Sans MS"/>
              </a:rPr>
              <a:t>Despite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105">
                <a:latin typeface="Comic Sans MS"/>
                <a:cs typeface="Comic Sans MS"/>
              </a:rPr>
              <a:t>extensive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100">
                <a:latin typeface="Comic Sans MS"/>
                <a:cs typeface="Comic Sans MS"/>
              </a:rPr>
              <a:t>testing,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75">
                <a:latin typeface="Comic Sans MS"/>
                <a:cs typeface="Comic Sans MS"/>
              </a:rPr>
              <a:t>production</a:t>
            </a:r>
            <a:r>
              <a:rPr dirty="0" sz="1300" spc="-85">
                <a:latin typeface="Comic Sans MS"/>
                <a:cs typeface="Comic Sans MS"/>
              </a:rPr>
              <a:t> incidents </a:t>
            </a:r>
            <a:r>
              <a:rPr dirty="0" sz="1300" spc="-114">
                <a:latin typeface="Comic Sans MS"/>
                <a:cs typeface="Comic Sans MS"/>
              </a:rPr>
              <a:t>still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65">
                <a:latin typeface="Comic Sans MS"/>
                <a:cs typeface="Comic Sans MS"/>
              </a:rPr>
              <a:t>occur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regularly</a:t>
            </a:r>
            <a:endParaRPr sz="13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630"/>
              </a:spcBef>
            </a:pPr>
            <a:r>
              <a:rPr dirty="0" sz="1450" spc="-60" b="1">
                <a:latin typeface="Gill Sans MT"/>
                <a:cs typeface="Gill Sans MT"/>
              </a:rPr>
              <a:t>P</a:t>
            </a:r>
            <a:r>
              <a:rPr dirty="0" sz="1450" spc="-60" b="1">
                <a:latin typeface="Trebuchet MS"/>
                <a:cs typeface="Trebuchet MS"/>
              </a:rPr>
              <a:t>ropos</a:t>
            </a:r>
            <a:r>
              <a:rPr dirty="0" sz="1550" spc="-60" b="1">
                <a:latin typeface="Gill Sans MT"/>
                <a:cs typeface="Gill Sans MT"/>
              </a:rPr>
              <a:t>ed</a:t>
            </a:r>
            <a:r>
              <a:rPr dirty="0" sz="1550" spc="-135" b="1">
                <a:latin typeface="Gill Sans MT"/>
                <a:cs typeface="Gill Sans MT"/>
              </a:rPr>
              <a:t> </a:t>
            </a:r>
            <a:r>
              <a:rPr dirty="0" sz="1450" spc="-10" b="1">
                <a:latin typeface="Gill Sans MT"/>
                <a:cs typeface="Gill Sans MT"/>
              </a:rPr>
              <a:t>S</a:t>
            </a:r>
            <a:r>
              <a:rPr dirty="0" sz="1450" spc="-10" b="1">
                <a:latin typeface="Trebuchet MS"/>
                <a:cs typeface="Trebuchet MS"/>
              </a:rPr>
              <a:t>olut</a:t>
            </a:r>
            <a:r>
              <a:rPr dirty="0" sz="1550" spc="-10" b="1">
                <a:latin typeface="Gill Sans MT"/>
                <a:cs typeface="Gill Sans MT"/>
              </a:rPr>
              <a:t>i</a:t>
            </a:r>
            <a:r>
              <a:rPr dirty="0" sz="1450" spc="-10" b="1">
                <a:latin typeface="Trebuchet MS"/>
                <a:cs typeface="Trebuchet MS"/>
              </a:rPr>
              <a:t>on</a:t>
            </a:r>
            <a:endParaRPr sz="1450">
              <a:latin typeface="Trebuchet MS"/>
              <a:cs typeface="Trebuchet MS"/>
            </a:endParaRPr>
          </a:p>
          <a:p>
            <a:pPr marL="13335">
              <a:lnSpc>
                <a:spcPct val="100000"/>
              </a:lnSpc>
              <a:spcBef>
                <a:spcPts val="1015"/>
              </a:spcBef>
            </a:pPr>
            <a:r>
              <a:rPr dirty="0" sz="1250" spc="-125">
                <a:latin typeface="Comic Sans MS"/>
                <a:cs typeface="Comic Sans MS"/>
              </a:rPr>
              <a:t>T</a:t>
            </a:r>
            <a:r>
              <a:rPr dirty="0" sz="1300" spc="-125">
                <a:latin typeface="Comic Sans MS"/>
                <a:cs typeface="Comic Sans MS"/>
              </a:rPr>
              <a:t>ransform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80">
                <a:latin typeface="Comic Sans MS"/>
                <a:cs typeface="Comic Sans MS"/>
              </a:rPr>
              <a:t>our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229">
                <a:latin typeface="Comic Sans MS"/>
                <a:cs typeface="Comic Sans MS"/>
              </a:rPr>
              <a:t>QA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20">
                <a:latin typeface="Comic Sans MS"/>
                <a:cs typeface="Comic Sans MS"/>
              </a:rPr>
              <a:t>strategy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25">
                <a:latin typeface="Comic Sans MS"/>
                <a:cs typeface="Comic Sans MS"/>
              </a:rPr>
              <a:t>by:</a:t>
            </a:r>
            <a:endParaRPr sz="1300">
              <a:latin typeface="Comic Sans MS"/>
              <a:cs typeface="Comic Sans MS"/>
            </a:endParaRPr>
          </a:p>
          <a:p>
            <a:pPr marL="279400" indent="-168275">
              <a:lnSpc>
                <a:spcPct val="100000"/>
              </a:lnSpc>
              <a:spcBef>
                <a:spcPts val="1390"/>
              </a:spcBef>
              <a:buFont typeface="Comic Sans MS"/>
              <a:buAutoNum type="arabicPeriod"/>
              <a:tabLst>
                <a:tab pos="279400" algn="l"/>
              </a:tabLst>
            </a:pPr>
            <a:r>
              <a:rPr dirty="0" sz="1300" spc="-35" b="1">
                <a:latin typeface="Comic Sans MS"/>
                <a:cs typeface="Comic Sans MS"/>
              </a:rPr>
              <a:t>R</a:t>
            </a:r>
            <a:r>
              <a:rPr dirty="0" sz="1350" spc="-35" b="1">
                <a:latin typeface="Comic Sans MS"/>
                <a:cs typeface="Comic Sans MS"/>
              </a:rPr>
              <a:t>ed</a:t>
            </a:r>
            <a:r>
              <a:rPr dirty="0" sz="1300" spc="-35" b="1">
                <a:latin typeface="Comic Sans MS"/>
                <a:cs typeface="Comic Sans MS"/>
              </a:rPr>
              <a:t>u</a:t>
            </a:r>
            <a:r>
              <a:rPr dirty="0" sz="1350" spc="-35" b="1">
                <a:latin typeface="Comic Sans MS"/>
                <a:cs typeface="Comic Sans MS"/>
              </a:rPr>
              <a:t>ci</a:t>
            </a:r>
            <a:r>
              <a:rPr dirty="0" sz="1300" spc="-35" b="1">
                <a:latin typeface="Comic Sans MS"/>
                <a:cs typeface="Comic Sans MS"/>
              </a:rPr>
              <a:t>n</a:t>
            </a:r>
            <a:r>
              <a:rPr dirty="0" sz="1350" spc="-35" b="1">
                <a:latin typeface="Comic Sans MS"/>
                <a:cs typeface="Comic Sans MS"/>
              </a:rPr>
              <a:t>g</a:t>
            </a:r>
            <a:r>
              <a:rPr dirty="0" sz="1350" spc="-325" b="1">
                <a:latin typeface="Comic Sans MS"/>
                <a:cs typeface="Comic Sans MS"/>
              </a:rPr>
              <a:t> </a:t>
            </a:r>
            <a:r>
              <a:rPr dirty="0" sz="1350" spc="-60" b="1">
                <a:latin typeface="Comic Sans MS"/>
                <a:cs typeface="Comic Sans MS"/>
              </a:rPr>
              <a:t>de</a:t>
            </a:r>
            <a:r>
              <a:rPr dirty="0" sz="1300" spc="-60" b="1">
                <a:latin typeface="Comic Sans MS"/>
                <a:cs typeface="Comic Sans MS"/>
              </a:rPr>
              <a:t>v</a:t>
            </a:r>
            <a:r>
              <a:rPr dirty="0" sz="1350" spc="-60" b="1">
                <a:latin typeface="Comic Sans MS"/>
                <a:cs typeface="Comic Sans MS"/>
              </a:rPr>
              <a:t>ice</a:t>
            </a:r>
            <a:r>
              <a:rPr dirty="0" sz="1350" spc="-325" b="1">
                <a:latin typeface="Comic Sans MS"/>
                <a:cs typeface="Comic Sans MS"/>
              </a:rPr>
              <a:t> </a:t>
            </a:r>
            <a:r>
              <a:rPr dirty="0" sz="1300" spc="-70" b="1">
                <a:latin typeface="Comic Sans MS"/>
                <a:cs typeface="Comic Sans MS"/>
              </a:rPr>
              <a:t>t</a:t>
            </a:r>
            <a:r>
              <a:rPr dirty="0" sz="1350" spc="-70" b="1">
                <a:latin typeface="Comic Sans MS"/>
                <a:cs typeface="Comic Sans MS"/>
              </a:rPr>
              <a:t>e</a:t>
            </a:r>
            <a:r>
              <a:rPr dirty="0" sz="1300" spc="-70" b="1">
                <a:latin typeface="Comic Sans MS"/>
                <a:cs typeface="Comic Sans MS"/>
              </a:rPr>
              <a:t>st</a:t>
            </a:r>
            <a:r>
              <a:rPr dirty="0" sz="1350" spc="-70" b="1">
                <a:latin typeface="Comic Sans MS"/>
                <a:cs typeface="Comic Sans MS"/>
              </a:rPr>
              <a:t>i</a:t>
            </a:r>
            <a:r>
              <a:rPr dirty="0" sz="1300" spc="-70" b="1">
                <a:latin typeface="Comic Sans MS"/>
                <a:cs typeface="Comic Sans MS"/>
              </a:rPr>
              <a:t>n</a:t>
            </a:r>
            <a:r>
              <a:rPr dirty="0" sz="1350" spc="-70" b="1">
                <a:latin typeface="Comic Sans MS"/>
                <a:cs typeface="Comic Sans MS"/>
              </a:rPr>
              <a:t>g</a:t>
            </a:r>
            <a:r>
              <a:rPr dirty="0" sz="1350" spc="-325" b="1">
                <a:latin typeface="Comic Sans MS"/>
                <a:cs typeface="Comic Sans MS"/>
              </a:rPr>
              <a:t> </a:t>
            </a:r>
            <a:r>
              <a:rPr dirty="0" sz="1350" spc="-60" b="1">
                <a:latin typeface="Comic Sans MS"/>
                <a:cs typeface="Comic Sans MS"/>
              </a:rPr>
              <a:t>b</a:t>
            </a:r>
            <a:r>
              <a:rPr dirty="0" sz="1300" spc="-60" b="1">
                <a:latin typeface="Comic Sans MS"/>
                <a:cs typeface="Comic Sans MS"/>
              </a:rPr>
              <a:t>y</a:t>
            </a:r>
            <a:r>
              <a:rPr dirty="0" sz="1300" spc="-305" b="1">
                <a:latin typeface="Comic Sans MS"/>
                <a:cs typeface="Comic Sans MS"/>
              </a:rPr>
              <a:t> </a:t>
            </a:r>
            <a:r>
              <a:rPr dirty="0" sz="1300" spc="-55" b="1">
                <a:latin typeface="Comic Sans MS"/>
                <a:cs typeface="Comic Sans MS"/>
              </a:rPr>
              <a:t>70</a:t>
            </a:r>
            <a:r>
              <a:rPr dirty="0" sz="1250" spc="-55" b="1">
                <a:latin typeface="Cambria"/>
                <a:cs typeface="Cambria"/>
              </a:rPr>
              <a:t>%</a:t>
            </a:r>
            <a:r>
              <a:rPr dirty="0" sz="1250" spc="10" b="1">
                <a:latin typeface="Cambria"/>
                <a:cs typeface="Cambria"/>
              </a:rPr>
              <a:t> </a:t>
            </a:r>
            <a:r>
              <a:rPr dirty="0" sz="1300">
                <a:latin typeface="Comic Sans MS"/>
                <a:cs typeface="Comic Sans MS"/>
              </a:rPr>
              <a:t>-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55">
                <a:latin typeface="Comic Sans MS"/>
                <a:cs typeface="Comic Sans MS"/>
              </a:rPr>
              <a:t>Focus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50">
                <a:latin typeface="Comic Sans MS"/>
                <a:cs typeface="Comic Sans MS"/>
              </a:rPr>
              <a:t>only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>
                <a:latin typeface="Comic Sans MS"/>
                <a:cs typeface="Comic Sans MS"/>
              </a:rPr>
              <a:t>on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14">
                <a:latin typeface="Comic Sans MS"/>
                <a:cs typeface="Comic Sans MS"/>
              </a:rPr>
              <a:t>critical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90">
                <a:latin typeface="Comic Sans MS"/>
                <a:cs typeface="Comic Sans MS"/>
              </a:rPr>
              <a:t>user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journeys</a:t>
            </a:r>
            <a:endParaRPr sz="1300">
              <a:latin typeface="Comic Sans MS"/>
              <a:cs typeface="Comic Sans MS"/>
            </a:endParaRPr>
          </a:p>
          <a:p>
            <a:pPr marL="276860" indent="-165735">
              <a:lnSpc>
                <a:spcPct val="100000"/>
              </a:lnSpc>
              <a:spcBef>
                <a:spcPts val="780"/>
              </a:spcBef>
              <a:buFont typeface="Comic Sans MS"/>
              <a:buAutoNum type="arabicPeriod"/>
              <a:tabLst>
                <a:tab pos="276860" algn="l"/>
              </a:tabLst>
            </a:pPr>
            <a:r>
              <a:rPr dirty="0" sz="1300" spc="-55" b="1">
                <a:latin typeface="Comic Sans MS"/>
                <a:cs typeface="Comic Sans MS"/>
              </a:rPr>
              <a:t>Impl</a:t>
            </a:r>
            <a:r>
              <a:rPr dirty="0" sz="1350" spc="-55" b="1">
                <a:latin typeface="Comic Sans MS"/>
                <a:cs typeface="Comic Sans MS"/>
              </a:rPr>
              <a:t>e</a:t>
            </a:r>
            <a:r>
              <a:rPr dirty="0" sz="1300" spc="-55" b="1">
                <a:latin typeface="Comic Sans MS"/>
                <a:cs typeface="Comic Sans MS"/>
              </a:rPr>
              <a:t>m</a:t>
            </a:r>
            <a:r>
              <a:rPr dirty="0" sz="1350" spc="-55" b="1">
                <a:latin typeface="Comic Sans MS"/>
                <a:cs typeface="Comic Sans MS"/>
              </a:rPr>
              <a:t>e</a:t>
            </a:r>
            <a:r>
              <a:rPr dirty="0" sz="1300" spc="-55" b="1">
                <a:latin typeface="Comic Sans MS"/>
                <a:cs typeface="Comic Sans MS"/>
              </a:rPr>
              <a:t>nt</a:t>
            </a:r>
            <a:r>
              <a:rPr dirty="0" sz="1350" spc="-55" b="1">
                <a:latin typeface="Comic Sans MS"/>
                <a:cs typeface="Comic Sans MS"/>
              </a:rPr>
              <a:t>i</a:t>
            </a:r>
            <a:r>
              <a:rPr dirty="0" sz="1300" spc="-55" b="1">
                <a:latin typeface="Comic Sans MS"/>
                <a:cs typeface="Comic Sans MS"/>
              </a:rPr>
              <a:t>n</a:t>
            </a:r>
            <a:r>
              <a:rPr dirty="0" sz="1350" spc="-55" b="1">
                <a:latin typeface="Comic Sans MS"/>
                <a:cs typeface="Comic Sans MS"/>
              </a:rPr>
              <a:t>g</a:t>
            </a:r>
            <a:r>
              <a:rPr dirty="0" sz="1350" spc="-335" b="1">
                <a:latin typeface="Comic Sans MS"/>
                <a:cs typeface="Comic Sans MS"/>
              </a:rPr>
              <a:t> </a:t>
            </a:r>
            <a:r>
              <a:rPr dirty="0" sz="1300" spc="-254" b="1">
                <a:latin typeface="Comic Sans MS"/>
                <a:cs typeface="Comic Sans MS"/>
              </a:rPr>
              <a:t>AI-</a:t>
            </a:r>
            <a:r>
              <a:rPr dirty="0" sz="1300" spc="-45" b="1">
                <a:latin typeface="Comic Sans MS"/>
                <a:cs typeface="Comic Sans MS"/>
              </a:rPr>
              <a:t>pow</a:t>
            </a:r>
            <a:r>
              <a:rPr dirty="0" sz="1350" spc="-45" b="1">
                <a:latin typeface="Comic Sans MS"/>
                <a:cs typeface="Comic Sans MS"/>
              </a:rPr>
              <a:t>e</a:t>
            </a:r>
            <a:r>
              <a:rPr dirty="0" sz="1300" spc="-45" b="1">
                <a:latin typeface="Comic Sans MS"/>
                <a:cs typeface="Comic Sans MS"/>
              </a:rPr>
              <a:t>r</a:t>
            </a:r>
            <a:r>
              <a:rPr dirty="0" sz="1350" spc="-45" b="1">
                <a:latin typeface="Comic Sans MS"/>
                <a:cs typeface="Comic Sans MS"/>
              </a:rPr>
              <a:t>ed</a:t>
            </a:r>
            <a:r>
              <a:rPr dirty="0" sz="1350" spc="-320" b="1">
                <a:latin typeface="Comic Sans MS"/>
                <a:cs typeface="Comic Sans MS"/>
              </a:rPr>
              <a:t> </a:t>
            </a:r>
            <a:r>
              <a:rPr dirty="0" sz="1300" spc="-35" b="1">
                <a:latin typeface="Comic Sans MS"/>
                <a:cs typeface="Comic Sans MS"/>
              </a:rPr>
              <a:t>mon</a:t>
            </a:r>
            <a:r>
              <a:rPr dirty="0" sz="1350" spc="-35" b="1">
                <a:latin typeface="Comic Sans MS"/>
                <a:cs typeface="Comic Sans MS"/>
              </a:rPr>
              <a:t>i</a:t>
            </a:r>
            <a:r>
              <a:rPr dirty="0" sz="1300" spc="-35" b="1">
                <a:latin typeface="Comic Sans MS"/>
                <a:cs typeface="Comic Sans MS"/>
              </a:rPr>
              <a:t>tor</a:t>
            </a:r>
            <a:r>
              <a:rPr dirty="0" sz="1350" spc="-35" b="1">
                <a:latin typeface="Comic Sans MS"/>
                <a:cs typeface="Comic Sans MS"/>
              </a:rPr>
              <a:t>i</a:t>
            </a:r>
            <a:r>
              <a:rPr dirty="0" sz="1300" spc="-35" b="1">
                <a:latin typeface="Comic Sans MS"/>
                <a:cs typeface="Comic Sans MS"/>
              </a:rPr>
              <a:t>n</a:t>
            </a:r>
            <a:r>
              <a:rPr dirty="0" sz="1350" spc="-35" b="1">
                <a:latin typeface="Comic Sans MS"/>
                <a:cs typeface="Comic Sans MS"/>
              </a:rPr>
              <a:t>g</a:t>
            </a:r>
            <a:r>
              <a:rPr dirty="0" sz="1350" spc="-290" b="1">
                <a:latin typeface="Comic Sans MS"/>
                <a:cs typeface="Comic Sans MS"/>
              </a:rPr>
              <a:t> </a:t>
            </a:r>
            <a:r>
              <a:rPr dirty="0" sz="1300">
                <a:latin typeface="Comic Sans MS"/>
                <a:cs typeface="Comic Sans MS"/>
              </a:rPr>
              <a:t>-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25">
                <a:latin typeface="Comic Sans MS"/>
                <a:cs typeface="Comic Sans MS"/>
              </a:rPr>
              <a:t>Detect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65">
                <a:latin typeface="Comic Sans MS"/>
                <a:cs typeface="Comic Sans MS"/>
              </a:rPr>
              <a:t>issues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55">
                <a:latin typeface="Comic Sans MS"/>
                <a:cs typeface="Comic Sans MS"/>
              </a:rPr>
              <a:t>in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75">
                <a:latin typeface="Comic Sans MS"/>
                <a:cs typeface="Comic Sans MS"/>
              </a:rPr>
              <a:t>production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30">
                <a:latin typeface="Comic Sans MS"/>
                <a:cs typeface="Comic Sans MS"/>
              </a:rPr>
              <a:t>before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85">
                <a:latin typeface="Comic Sans MS"/>
                <a:cs typeface="Comic Sans MS"/>
              </a:rPr>
              <a:t>users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notice</a:t>
            </a:r>
            <a:endParaRPr sz="1300">
              <a:latin typeface="Comic Sans MS"/>
              <a:cs typeface="Comic Sans MS"/>
            </a:endParaRPr>
          </a:p>
          <a:p>
            <a:pPr marL="276860" indent="-165735">
              <a:lnSpc>
                <a:spcPct val="100000"/>
              </a:lnSpc>
              <a:spcBef>
                <a:spcPts val="855"/>
              </a:spcBef>
              <a:buFont typeface="Comic Sans MS"/>
              <a:buAutoNum type="arabicPeriod"/>
              <a:tabLst>
                <a:tab pos="276860" algn="l"/>
              </a:tabLst>
            </a:pPr>
            <a:r>
              <a:rPr dirty="0" sz="1300" spc="-60" b="1">
                <a:latin typeface="Comic Sans MS"/>
                <a:cs typeface="Comic Sans MS"/>
              </a:rPr>
              <a:t>L</a:t>
            </a:r>
            <a:r>
              <a:rPr dirty="0" sz="1350" spc="-60" b="1">
                <a:latin typeface="Comic Sans MS"/>
                <a:cs typeface="Comic Sans MS"/>
              </a:rPr>
              <a:t>e</a:t>
            </a:r>
            <a:r>
              <a:rPr dirty="0" sz="1300" spc="-60" b="1">
                <a:latin typeface="Comic Sans MS"/>
                <a:cs typeface="Comic Sans MS"/>
              </a:rPr>
              <a:t>v</a:t>
            </a:r>
            <a:r>
              <a:rPr dirty="0" sz="1350" spc="-60" b="1">
                <a:latin typeface="Comic Sans MS"/>
                <a:cs typeface="Comic Sans MS"/>
              </a:rPr>
              <a:t>e</a:t>
            </a:r>
            <a:r>
              <a:rPr dirty="0" sz="1300" spc="-60" b="1">
                <a:latin typeface="Comic Sans MS"/>
                <a:cs typeface="Comic Sans MS"/>
              </a:rPr>
              <a:t>r</a:t>
            </a:r>
            <a:r>
              <a:rPr dirty="0" sz="1350" spc="-60" b="1">
                <a:latin typeface="Comic Sans MS"/>
                <a:cs typeface="Comic Sans MS"/>
              </a:rPr>
              <a:t>agi</a:t>
            </a:r>
            <a:r>
              <a:rPr dirty="0" sz="1300" spc="-60" b="1">
                <a:latin typeface="Comic Sans MS"/>
                <a:cs typeface="Comic Sans MS"/>
              </a:rPr>
              <a:t>n</a:t>
            </a:r>
            <a:r>
              <a:rPr dirty="0" sz="1350" spc="-60" b="1">
                <a:latin typeface="Comic Sans MS"/>
                <a:cs typeface="Comic Sans MS"/>
              </a:rPr>
              <a:t>g</a:t>
            </a:r>
            <a:r>
              <a:rPr dirty="0" sz="1350" spc="-325" b="1">
                <a:latin typeface="Comic Sans MS"/>
                <a:cs typeface="Comic Sans MS"/>
              </a:rPr>
              <a:t> </a:t>
            </a:r>
            <a:r>
              <a:rPr dirty="0" sz="1350" spc="-70" b="1">
                <a:latin typeface="Comic Sans MS"/>
                <a:cs typeface="Comic Sans MS"/>
              </a:rPr>
              <a:t>e</a:t>
            </a:r>
            <a:r>
              <a:rPr dirty="0" sz="1300" spc="-70" b="1">
                <a:latin typeface="Comic Sans MS"/>
                <a:cs typeface="Comic Sans MS"/>
              </a:rPr>
              <a:t>x</a:t>
            </a:r>
            <a:r>
              <a:rPr dirty="0" sz="1350" spc="-70" b="1">
                <a:latin typeface="Comic Sans MS"/>
                <a:cs typeface="Comic Sans MS"/>
              </a:rPr>
              <a:t>i</a:t>
            </a:r>
            <a:r>
              <a:rPr dirty="0" sz="1300" spc="-70" b="1">
                <a:latin typeface="Comic Sans MS"/>
                <a:cs typeface="Comic Sans MS"/>
              </a:rPr>
              <a:t>st</a:t>
            </a:r>
            <a:r>
              <a:rPr dirty="0" sz="1350" spc="-70" b="1">
                <a:latin typeface="Comic Sans MS"/>
                <a:cs typeface="Comic Sans MS"/>
              </a:rPr>
              <a:t>i</a:t>
            </a:r>
            <a:r>
              <a:rPr dirty="0" sz="1300" spc="-70" b="1">
                <a:latin typeface="Comic Sans MS"/>
                <a:cs typeface="Comic Sans MS"/>
              </a:rPr>
              <a:t>n</a:t>
            </a:r>
            <a:r>
              <a:rPr dirty="0" sz="1350" spc="-70" b="1">
                <a:latin typeface="Comic Sans MS"/>
                <a:cs typeface="Comic Sans MS"/>
              </a:rPr>
              <a:t>g</a:t>
            </a:r>
            <a:r>
              <a:rPr dirty="0" sz="1350" spc="-320" b="1">
                <a:latin typeface="Comic Sans MS"/>
                <a:cs typeface="Comic Sans MS"/>
              </a:rPr>
              <a:t> </a:t>
            </a:r>
            <a:r>
              <a:rPr dirty="0" sz="1300" spc="-35" b="1">
                <a:latin typeface="Comic Sans MS"/>
                <a:cs typeface="Comic Sans MS"/>
              </a:rPr>
              <a:t>tools</a:t>
            </a:r>
            <a:r>
              <a:rPr dirty="0" sz="1300" spc="-270" b="1">
                <a:latin typeface="Comic Sans MS"/>
                <a:cs typeface="Comic Sans MS"/>
              </a:rPr>
              <a:t> </a:t>
            </a:r>
            <a:r>
              <a:rPr dirty="0" sz="1300">
                <a:latin typeface="Comic Sans MS"/>
                <a:cs typeface="Comic Sans MS"/>
              </a:rPr>
              <a:t>-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25">
                <a:latin typeface="Comic Sans MS"/>
                <a:cs typeface="Comic Sans MS"/>
              </a:rPr>
              <a:t>Activate</a:t>
            </a:r>
            <a:r>
              <a:rPr dirty="0" sz="1300" spc="-90">
                <a:latin typeface="Comic Sans MS"/>
                <a:cs typeface="Comic Sans MS"/>
              </a:rPr>
              <a:t> dormant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290">
                <a:latin typeface="Comic Sans MS"/>
                <a:cs typeface="Comic Sans MS"/>
              </a:rPr>
              <a:t>AI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35">
                <a:latin typeface="Comic Sans MS"/>
                <a:cs typeface="Comic Sans MS"/>
              </a:rPr>
              <a:t>features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55">
                <a:latin typeface="Comic Sans MS"/>
                <a:cs typeface="Comic Sans MS"/>
              </a:rPr>
              <a:t>in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90">
                <a:latin typeface="Comic Sans MS"/>
                <a:cs typeface="Comic Sans MS"/>
              </a:rPr>
              <a:t>New </a:t>
            </a:r>
            <a:r>
              <a:rPr dirty="0" sz="1300" spc="-80">
                <a:latin typeface="Comic Sans MS"/>
                <a:cs typeface="Comic Sans MS"/>
              </a:rPr>
              <a:t>Relic,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75">
                <a:latin typeface="Comic Sans MS"/>
                <a:cs typeface="Comic Sans MS"/>
              </a:rPr>
              <a:t>Datadog,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65">
                <a:latin typeface="Comic Sans MS"/>
                <a:cs typeface="Comic Sans MS"/>
              </a:rPr>
              <a:t>NPA</a:t>
            </a:r>
            <a:r>
              <a:rPr dirty="0" sz="1250" spc="-165">
                <a:latin typeface="Comic Sans MS"/>
                <a:cs typeface="Comic Sans MS"/>
              </a:rPr>
              <a:t>W</a:t>
            </a:r>
            <a:r>
              <a:rPr dirty="0" sz="1300" spc="-165">
                <a:latin typeface="Comic Sans MS"/>
                <a:cs typeface="Comic Sans MS"/>
              </a:rPr>
              <a:t>,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40">
                <a:latin typeface="Comic Sans MS"/>
                <a:cs typeface="Comic Sans MS"/>
              </a:rPr>
              <a:t>and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25">
                <a:latin typeface="Comic Sans MS"/>
                <a:cs typeface="Comic Sans MS"/>
              </a:rPr>
              <a:t>M</a:t>
            </a:r>
            <a:r>
              <a:rPr dirty="0" sz="1250" spc="-25">
                <a:latin typeface="Comic Sans MS"/>
                <a:cs typeface="Comic Sans MS"/>
              </a:rPr>
              <a:t>UX</a:t>
            </a:r>
            <a:endParaRPr sz="12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dirty="0" sz="1450" spc="-90" b="1">
                <a:latin typeface="Gill Sans MT"/>
                <a:cs typeface="Gill Sans MT"/>
              </a:rPr>
              <a:t>P</a:t>
            </a:r>
            <a:r>
              <a:rPr dirty="0" sz="1450" spc="-90" b="1">
                <a:latin typeface="Trebuchet MS"/>
                <a:cs typeface="Trebuchet MS"/>
              </a:rPr>
              <a:t>rov</a:t>
            </a:r>
            <a:r>
              <a:rPr dirty="0" sz="1550" spc="-90" b="1">
                <a:latin typeface="Gill Sans MT"/>
                <a:cs typeface="Gill Sans MT"/>
              </a:rPr>
              <a:t>e</a:t>
            </a:r>
            <a:r>
              <a:rPr dirty="0" sz="1450" spc="-90" b="1">
                <a:latin typeface="Trebuchet MS"/>
                <a:cs typeface="Trebuchet MS"/>
              </a:rPr>
              <a:t>n</a:t>
            </a:r>
            <a:r>
              <a:rPr dirty="0" sz="1450" spc="-145" b="1">
                <a:latin typeface="Trebuchet MS"/>
                <a:cs typeface="Trebuchet MS"/>
              </a:rPr>
              <a:t> </a:t>
            </a:r>
            <a:r>
              <a:rPr dirty="0" sz="1450" spc="-35" b="1">
                <a:latin typeface="Gill Sans MT"/>
                <a:cs typeface="Gill Sans MT"/>
              </a:rPr>
              <a:t>B</a:t>
            </a:r>
            <a:r>
              <a:rPr dirty="0" sz="1450" spc="-35" b="1">
                <a:latin typeface="Trebuchet MS"/>
                <a:cs typeface="Trebuchet MS"/>
              </a:rPr>
              <a:t>us</a:t>
            </a:r>
            <a:r>
              <a:rPr dirty="0" sz="1550" spc="-35" b="1">
                <a:latin typeface="Gill Sans MT"/>
                <a:cs typeface="Gill Sans MT"/>
              </a:rPr>
              <a:t>i</a:t>
            </a:r>
            <a:r>
              <a:rPr dirty="0" sz="1450" spc="-35" b="1">
                <a:latin typeface="Trebuchet MS"/>
                <a:cs typeface="Trebuchet MS"/>
              </a:rPr>
              <a:t>n</a:t>
            </a:r>
            <a:r>
              <a:rPr dirty="0" sz="1550" spc="-35" b="1">
                <a:latin typeface="Gill Sans MT"/>
                <a:cs typeface="Gill Sans MT"/>
              </a:rPr>
              <a:t>e</a:t>
            </a:r>
            <a:r>
              <a:rPr dirty="0" sz="1450" spc="-35" b="1">
                <a:latin typeface="Trebuchet MS"/>
                <a:cs typeface="Trebuchet MS"/>
              </a:rPr>
              <a:t>ss</a:t>
            </a:r>
            <a:r>
              <a:rPr dirty="0" sz="1450" spc="-145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Gill Sans MT"/>
                <a:cs typeface="Gill Sans MT"/>
              </a:rPr>
              <a:t>C</a:t>
            </a:r>
            <a:r>
              <a:rPr dirty="0" sz="1550" spc="-20" b="1">
                <a:latin typeface="Gill Sans MT"/>
                <a:cs typeface="Gill Sans MT"/>
              </a:rPr>
              <a:t>a</a:t>
            </a:r>
            <a:r>
              <a:rPr dirty="0" sz="1450" spc="-20" b="1">
                <a:latin typeface="Trebuchet MS"/>
                <a:cs typeface="Trebuchet MS"/>
              </a:rPr>
              <a:t>s</a:t>
            </a:r>
            <a:r>
              <a:rPr dirty="0" sz="1550" spc="-20" b="1">
                <a:latin typeface="Gill Sans MT"/>
                <a:cs typeface="Gill Sans MT"/>
              </a:rPr>
              <a:t>e</a:t>
            </a:r>
            <a:endParaRPr sz="1550">
              <a:latin typeface="Gill Sans MT"/>
              <a:cs typeface="Gill Sans MT"/>
            </a:endParaRPr>
          </a:p>
          <a:p>
            <a:pPr marL="13335">
              <a:lnSpc>
                <a:spcPct val="100000"/>
              </a:lnSpc>
              <a:spcBef>
                <a:spcPts val="1015"/>
              </a:spcBef>
            </a:pPr>
            <a:r>
              <a:rPr dirty="0" sz="1300" spc="-105">
                <a:latin typeface="Comic Sans MS"/>
                <a:cs typeface="Comic Sans MS"/>
              </a:rPr>
              <a:t>Independent</a:t>
            </a:r>
            <a:r>
              <a:rPr dirty="0" sz="1300" spc="-70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research</a:t>
            </a:r>
            <a:r>
              <a:rPr dirty="0" sz="1300" spc="-65">
                <a:latin typeface="Comic Sans MS"/>
                <a:cs typeface="Comic Sans MS"/>
              </a:rPr>
              <a:t> </a:t>
            </a:r>
            <a:r>
              <a:rPr dirty="0" sz="1300" spc="-135">
                <a:latin typeface="Comic Sans MS"/>
                <a:cs typeface="Comic Sans MS"/>
              </a:rPr>
              <a:t>from</a:t>
            </a:r>
            <a:r>
              <a:rPr dirty="0" sz="1300" spc="-70">
                <a:latin typeface="Comic Sans MS"/>
                <a:cs typeface="Comic Sans MS"/>
              </a:rPr>
              <a:t> </a:t>
            </a:r>
            <a:r>
              <a:rPr dirty="0" sz="1300" spc="-145">
                <a:latin typeface="Comic Sans MS"/>
                <a:cs typeface="Comic Sans MS"/>
              </a:rPr>
              <a:t>Forrester</a:t>
            </a:r>
            <a:r>
              <a:rPr dirty="0" sz="1300" spc="-70">
                <a:latin typeface="Comic Sans MS"/>
                <a:cs typeface="Comic Sans MS"/>
              </a:rPr>
              <a:t> </a:t>
            </a:r>
            <a:r>
              <a:rPr dirty="0" sz="1300" spc="-55">
                <a:latin typeface="Comic Sans MS"/>
                <a:cs typeface="Comic Sans MS"/>
              </a:rPr>
              <a:t>shows</a:t>
            </a:r>
            <a:r>
              <a:rPr dirty="0" sz="1300" spc="-65">
                <a:latin typeface="Comic Sans MS"/>
                <a:cs typeface="Comic Sans MS"/>
              </a:rPr>
              <a:t> </a:t>
            </a:r>
            <a:r>
              <a:rPr dirty="0" sz="1300" spc="-50">
                <a:latin typeface="Comic Sans MS"/>
                <a:cs typeface="Comic Sans MS"/>
              </a:rPr>
              <a:t>companies</a:t>
            </a:r>
            <a:r>
              <a:rPr dirty="0" sz="1300" spc="-70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achieving:</a:t>
            </a:r>
            <a:endParaRPr sz="1300">
              <a:latin typeface="Comic Sans MS"/>
              <a:cs typeface="Comic Sans MS"/>
            </a:endParaRPr>
          </a:p>
          <a:p>
            <a:pPr marL="280035">
              <a:lnSpc>
                <a:spcPct val="100000"/>
              </a:lnSpc>
              <a:spcBef>
                <a:spcPts val="1515"/>
              </a:spcBef>
            </a:pPr>
            <a:r>
              <a:rPr dirty="0" sz="1300" spc="-35" b="1">
                <a:latin typeface="Comic Sans MS"/>
                <a:cs typeface="Comic Sans MS"/>
              </a:rPr>
              <a:t>296</a:t>
            </a:r>
            <a:r>
              <a:rPr dirty="0" sz="1250" spc="-35" b="1">
                <a:latin typeface="Cambria"/>
                <a:cs typeface="Cambria"/>
              </a:rPr>
              <a:t>%</a:t>
            </a:r>
            <a:r>
              <a:rPr dirty="0" sz="1250" spc="-30" b="1">
                <a:latin typeface="Cambria"/>
                <a:cs typeface="Cambria"/>
              </a:rPr>
              <a:t> </a:t>
            </a:r>
            <a:r>
              <a:rPr dirty="0" sz="1300" spc="-180" b="1">
                <a:latin typeface="Comic Sans MS"/>
                <a:cs typeface="Comic Sans MS"/>
              </a:rPr>
              <a:t>ROI</a:t>
            </a:r>
            <a:r>
              <a:rPr dirty="0" sz="1300" spc="-280" b="1">
                <a:latin typeface="Comic Sans MS"/>
                <a:cs typeface="Comic Sans MS"/>
              </a:rPr>
              <a:t> </a:t>
            </a:r>
            <a:r>
              <a:rPr dirty="0" sz="1300" spc="-100">
                <a:latin typeface="Comic Sans MS"/>
                <a:cs typeface="Comic Sans MS"/>
              </a:rPr>
              <a:t>with</a:t>
            </a:r>
            <a:r>
              <a:rPr dirty="0" sz="1300" spc="-110">
                <a:latin typeface="Comic Sans MS"/>
                <a:cs typeface="Comic Sans MS"/>
              </a:rPr>
              <a:t> </a:t>
            </a:r>
            <a:r>
              <a:rPr dirty="0" sz="1300" spc="-60">
                <a:latin typeface="Comic Sans MS"/>
                <a:cs typeface="Comic Sans MS"/>
              </a:rPr>
              <a:t>6-</a:t>
            </a:r>
            <a:r>
              <a:rPr dirty="0" sz="1300" spc="-75">
                <a:latin typeface="Comic Sans MS"/>
                <a:cs typeface="Comic Sans MS"/>
              </a:rPr>
              <a:t>month</a:t>
            </a:r>
            <a:r>
              <a:rPr dirty="0" sz="1300" spc="-105">
                <a:latin typeface="Comic Sans MS"/>
                <a:cs typeface="Comic Sans MS"/>
              </a:rPr>
              <a:t> </a:t>
            </a:r>
            <a:r>
              <a:rPr dirty="0" sz="1300" spc="-60">
                <a:latin typeface="Comic Sans MS"/>
                <a:cs typeface="Comic Sans MS"/>
              </a:rPr>
              <a:t>payback</a:t>
            </a:r>
            <a:r>
              <a:rPr dirty="0" sz="1300" spc="-110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period</a:t>
            </a:r>
            <a:endParaRPr sz="1300">
              <a:latin typeface="Comic Sans MS"/>
              <a:cs typeface="Comic Sans MS"/>
            </a:endParaRPr>
          </a:p>
          <a:p>
            <a:pPr marL="280035" marR="2491105">
              <a:lnSpc>
                <a:spcPts val="2480"/>
              </a:lnSpc>
              <a:spcBef>
                <a:spcPts val="155"/>
              </a:spcBef>
            </a:pPr>
            <a:r>
              <a:rPr dirty="0" sz="1350" spc="-85">
                <a:latin typeface="Arial Black"/>
                <a:cs typeface="Arial Black"/>
              </a:rPr>
              <a:t>$</a:t>
            </a:r>
            <a:r>
              <a:rPr dirty="0" sz="1300" spc="-85" b="1">
                <a:latin typeface="Comic Sans MS"/>
                <a:cs typeface="Comic Sans MS"/>
              </a:rPr>
              <a:t>5M+</a:t>
            </a:r>
            <a:r>
              <a:rPr dirty="0" sz="1300" spc="-295" b="1">
                <a:latin typeface="Comic Sans MS"/>
                <a:cs typeface="Comic Sans MS"/>
              </a:rPr>
              <a:t> </a:t>
            </a:r>
            <a:r>
              <a:rPr dirty="0" sz="1350" spc="-25" b="1">
                <a:latin typeface="Comic Sans MS"/>
                <a:cs typeface="Comic Sans MS"/>
              </a:rPr>
              <a:t>a</a:t>
            </a:r>
            <a:r>
              <a:rPr dirty="0" sz="1300" spc="-25" b="1">
                <a:latin typeface="Comic Sans MS"/>
                <a:cs typeface="Comic Sans MS"/>
              </a:rPr>
              <a:t>nnu</a:t>
            </a:r>
            <a:r>
              <a:rPr dirty="0" sz="1350" spc="-25" b="1">
                <a:latin typeface="Comic Sans MS"/>
                <a:cs typeface="Comic Sans MS"/>
              </a:rPr>
              <a:t>a</a:t>
            </a:r>
            <a:r>
              <a:rPr dirty="0" sz="1300" spc="-25" b="1">
                <a:latin typeface="Comic Sans MS"/>
                <a:cs typeface="Comic Sans MS"/>
              </a:rPr>
              <a:t>l</a:t>
            </a:r>
            <a:r>
              <a:rPr dirty="0" sz="1300" spc="-295" b="1">
                <a:latin typeface="Comic Sans MS"/>
                <a:cs typeface="Comic Sans MS"/>
              </a:rPr>
              <a:t> </a:t>
            </a:r>
            <a:r>
              <a:rPr dirty="0" sz="1300" spc="-25" b="1">
                <a:latin typeface="Comic Sans MS"/>
                <a:cs typeface="Comic Sans MS"/>
              </a:rPr>
              <a:t>s</a:t>
            </a:r>
            <a:r>
              <a:rPr dirty="0" sz="1350" spc="-25" b="1">
                <a:latin typeface="Comic Sans MS"/>
                <a:cs typeface="Comic Sans MS"/>
              </a:rPr>
              <a:t>a</a:t>
            </a:r>
            <a:r>
              <a:rPr dirty="0" sz="1300" spc="-25" b="1">
                <a:latin typeface="Comic Sans MS"/>
                <a:cs typeface="Comic Sans MS"/>
              </a:rPr>
              <a:t>v</a:t>
            </a:r>
            <a:r>
              <a:rPr dirty="0" sz="1350" spc="-25" b="1">
                <a:latin typeface="Comic Sans MS"/>
                <a:cs typeface="Comic Sans MS"/>
              </a:rPr>
              <a:t>i</a:t>
            </a:r>
            <a:r>
              <a:rPr dirty="0" sz="1300" spc="-25" b="1">
                <a:latin typeface="Comic Sans MS"/>
                <a:cs typeface="Comic Sans MS"/>
              </a:rPr>
              <a:t>n</a:t>
            </a:r>
            <a:r>
              <a:rPr dirty="0" sz="1350" spc="-25" b="1">
                <a:latin typeface="Comic Sans MS"/>
                <a:cs typeface="Comic Sans MS"/>
              </a:rPr>
              <a:t>g</a:t>
            </a:r>
            <a:r>
              <a:rPr dirty="0" sz="1300" spc="-25" b="1">
                <a:latin typeface="Comic Sans MS"/>
                <a:cs typeface="Comic Sans MS"/>
              </a:rPr>
              <a:t>s</a:t>
            </a:r>
            <a:r>
              <a:rPr dirty="0" sz="1300" spc="-254" b="1">
                <a:latin typeface="Comic Sans MS"/>
                <a:cs typeface="Comic Sans MS"/>
              </a:rPr>
              <a:t> </a:t>
            </a:r>
            <a:r>
              <a:rPr dirty="0" sz="1300" spc="-55">
                <a:latin typeface="Comic Sans MS"/>
                <a:cs typeface="Comic Sans MS"/>
              </a:rPr>
              <a:t>in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130">
                <a:latin typeface="Comic Sans MS"/>
                <a:cs typeface="Comic Sans MS"/>
              </a:rPr>
              <a:t>infrastructure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40">
                <a:latin typeface="Comic Sans MS"/>
                <a:cs typeface="Comic Sans MS"/>
              </a:rPr>
              <a:t>and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85">
                <a:latin typeface="Comic Sans MS"/>
                <a:cs typeface="Comic Sans MS"/>
              </a:rPr>
              <a:t>operational </a:t>
            </a:r>
            <a:r>
              <a:rPr dirty="0" sz="1300" spc="-20">
                <a:latin typeface="Comic Sans MS"/>
                <a:cs typeface="Comic Sans MS"/>
              </a:rPr>
              <a:t>costs </a:t>
            </a:r>
            <a:r>
              <a:rPr dirty="0" sz="1300" spc="-20" b="1">
                <a:latin typeface="Comic Sans MS"/>
                <a:cs typeface="Comic Sans MS"/>
              </a:rPr>
              <a:t>60</a:t>
            </a:r>
            <a:r>
              <a:rPr dirty="0" sz="1250" spc="-20" b="1">
                <a:latin typeface="Cambria"/>
                <a:cs typeface="Cambria"/>
              </a:rPr>
              <a:t>%</a:t>
            </a:r>
            <a:r>
              <a:rPr dirty="0" sz="1250" spc="-15" b="1">
                <a:latin typeface="Cambria"/>
                <a:cs typeface="Cambria"/>
              </a:rPr>
              <a:t> </a:t>
            </a:r>
            <a:r>
              <a:rPr dirty="0" sz="1300" spc="-60" b="1">
                <a:latin typeface="Comic Sans MS"/>
                <a:cs typeface="Comic Sans MS"/>
              </a:rPr>
              <a:t>r</a:t>
            </a:r>
            <a:r>
              <a:rPr dirty="0" sz="1350" spc="-60" b="1">
                <a:latin typeface="Comic Sans MS"/>
                <a:cs typeface="Comic Sans MS"/>
              </a:rPr>
              <a:t>ed</a:t>
            </a:r>
            <a:r>
              <a:rPr dirty="0" sz="1300" spc="-60" b="1">
                <a:latin typeface="Comic Sans MS"/>
                <a:cs typeface="Comic Sans MS"/>
              </a:rPr>
              <a:t>u</a:t>
            </a:r>
            <a:r>
              <a:rPr dirty="0" sz="1350" spc="-60" b="1">
                <a:latin typeface="Comic Sans MS"/>
                <a:cs typeface="Comic Sans MS"/>
              </a:rPr>
              <a:t>c</a:t>
            </a:r>
            <a:r>
              <a:rPr dirty="0" sz="1300" spc="-60" b="1">
                <a:latin typeface="Comic Sans MS"/>
                <a:cs typeface="Comic Sans MS"/>
              </a:rPr>
              <a:t>t</a:t>
            </a:r>
            <a:r>
              <a:rPr dirty="0" sz="1350" spc="-60" b="1">
                <a:latin typeface="Comic Sans MS"/>
                <a:cs typeface="Comic Sans MS"/>
              </a:rPr>
              <a:t>i</a:t>
            </a:r>
            <a:r>
              <a:rPr dirty="0" sz="1300" spc="-60" b="1">
                <a:latin typeface="Comic Sans MS"/>
                <a:cs typeface="Comic Sans MS"/>
              </a:rPr>
              <a:t>on</a:t>
            </a:r>
            <a:r>
              <a:rPr dirty="0" sz="1300" spc="-270" b="1">
                <a:latin typeface="Comic Sans MS"/>
                <a:cs typeface="Comic Sans MS"/>
              </a:rPr>
              <a:t> </a:t>
            </a:r>
            <a:r>
              <a:rPr dirty="0" sz="1300" spc="-55">
                <a:latin typeface="Comic Sans MS"/>
                <a:cs typeface="Comic Sans MS"/>
              </a:rPr>
              <a:t>in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75">
                <a:latin typeface="Comic Sans MS"/>
                <a:cs typeface="Comic Sans MS"/>
              </a:rPr>
              <a:t>production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incidents</a:t>
            </a:r>
            <a:endParaRPr sz="1300">
              <a:latin typeface="Comic Sans MS"/>
              <a:cs typeface="Comic Sans MS"/>
            </a:endParaRPr>
          </a:p>
          <a:p>
            <a:pPr marL="280035">
              <a:lnSpc>
                <a:spcPct val="100000"/>
              </a:lnSpc>
              <a:spcBef>
                <a:spcPts val="550"/>
              </a:spcBef>
            </a:pPr>
            <a:r>
              <a:rPr dirty="0" sz="1300" spc="-25" b="1">
                <a:latin typeface="Comic Sans MS"/>
                <a:cs typeface="Comic Sans MS"/>
              </a:rPr>
              <a:t>30</a:t>
            </a:r>
            <a:r>
              <a:rPr dirty="0" sz="1250" spc="-25" b="1">
                <a:latin typeface="Cambria"/>
                <a:cs typeface="Cambria"/>
              </a:rPr>
              <a:t>%</a:t>
            </a:r>
            <a:r>
              <a:rPr dirty="0" sz="1250" spc="-15" b="1">
                <a:latin typeface="Cambria"/>
                <a:cs typeface="Cambria"/>
              </a:rPr>
              <a:t> </a:t>
            </a:r>
            <a:r>
              <a:rPr dirty="0" sz="1350" spc="-130" b="1">
                <a:latin typeface="Comic Sans MS"/>
                <a:cs typeface="Comic Sans MS"/>
              </a:rPr>
              <a:t>fa</a:t>
            </a:r>
            <a:r>
              <a:rPr dirty="0" sz="1300" spc="-130" b="1">
                <a:latin typeface="Comic Sans MS"/>
                <a:cs typeface="Comic Sans MS"/>
              </a:rPr>
              <a:t>st</a:t>
            </a:r>
            <a:r>
              <a:rPr dirty="0" sz="1350" spc="-130" b="1">
                <a:latin typeface="Comic Sans MS"/>
                <a:cs typeface="Comic Sans MS"/>
              </a:rPr>
              <a:t>e</a:t>
            </a:r>
            <a:r>
              <a:rPr dirty="0" sz="1300" spc="-130" b="1">
                <a:latin typeface="Comic Sans MS"/>
                <a:cs typeface="Comic Sans MS"/>
              </a:rPr>
              <a:t>r</a:t>
            </a:r>
            <a:r>
              <a:rPr dirty="0" sz="1300" spc="-265" b="1">
                <a:latin typeface="Comic Sans MS"/>
                <a:cs typeface="Comic Sans MS"/>
              </a:rPr>
              <a:t> </a:t>
            </a:r>
            <a:r>
              <a:rPr dirty="0" sz="1300" spc="-105">
                <a:latin typeface="Comic Sans MS"/>
                <a:cs typeface="Comic Sans MS"/>
              </a:rPr>
              <a:t>time-</a:t>
            </a:r>
            <a:r>
              <a:rPr dirty="0" sz="1300" spc="-100">
                <a:latin typeface="Comic Sans MS"/>
                <a:cs typeface="Comic Sans MS"/>
              </a:rPr>
              <a:t>to-</a:t>
            </a:r>
            <a:r>
              <a:rPr dirty="0" sz="1300" spc="-120">
                <a:latin typeface="Comic Sans MS"/>
                <a:cs typeface="Comic Sans MS"/>
              </a:rPr>
              <a:t>market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70">
                <a:latin typeface="Comic Sans MS"/>
                <a:cs typeface="Comic Sans MS"/>
              </a:rPr>
              <a:t>for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35">
                <a:latin typeface="Comic Sans MS"/>
                <a:cs typeface="Comic Sans MS"/>
              </a:rPr>
              <a:t>new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features</a:t>
            </a:r>
            <a:endParaRPr sz="13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dirty="0" sz="1450" spc="-90" b="1">
                <a:latin typeface="Gill Sans MT"/>
                <a:cs typeface="Gill Sans MT"/>
              </a:rPr>
              <a:t>C</a:t>
            </a:r>
            <a:r>
              <a:rPr dirty="0" sz="1450" spc="-90" b="1">
                <a:latin typeface="Trebuchet MS"/>
                <a:cs typeface="Trebuchet MS"/>
              </a:rPr>
              <a:t>omp</a:t>
            </a:r>
            <a:r>
              <a:rPr dirty="0" sz="1550" spc="-90" b="1">
                <a:latin typeface="Gill Sans MT"/>
                <a:cs typeface="Gill Sans MT"/>
              </a:rPr>
              <a:t>e</a:t>
            </a:r>
            <a:r>
              <a:rPr dirty="0" sz="1450" spc="-90" b="1">
                <a:latin typeface="Trebuchet MS"/>
                <a:cs typeface="Trebuchet MS"/>
              </a:rPr>
              <a:t>t</a:t>
            </a:r>
            <a:r>
              <a:rPr dirty="0" sz="1550" spc="-90" b="1">
                <a:latin typeface="Gill Sans MT"/>
                <a:cs typeface="Gill Sans MT"/>
              </a:rPr>
              <a:t>i</a:t>
            </a:r>
            <a:r>
              <a:rPr dirty="0" sz="1450" spc="-90" b="1">
                <a:latin typeface="Trebuchet MS"/>
                <a:cs typeface="Trebuchet MS"/>
              </a:rPr>
              <a:t>t</a:t>
            </a:r>
            <a:r>
              <a:rPr dirty="0" sz="1550" spc="-90" b="1">
                <a:latin typeface="Gill Sans MT"/>
                <a:cs typeface="Gill Sans MT"/>
              </a:rPr>
              <a:t>i</a:t>
            </a:r>
            <a:r>
              <a:rPr dirty="0" sz="1450" spc="-90" b="1">
                <a:latin typeface="Trebuchet MS"/>
                <a:cs typeface="Trebuchet MS"/>
              </a:rPr>
              <a:t>v</a:t>
            </a:r>
            <a:r>
              <a:rPr dirty="0" sz="1550" spc="-90" b="1">
                <a:latin typeface="Gill Sans MT"/>
                <a:cs typeface="Gill Sans MT"/>
              </a:rPr>
              <a:t>e</a:t>
            </a:r>
            <a:r>
              <a:rPr dirty="0" sz="1550" spc="-110" b="1">
                <a:latin typeface="Gill Sans MT"/>
                <a:cs typeface="Gill Sans MT"/>
              </a:rPr>
              <a:t> </a:t>
            </a:r>
            <a:r>
              <a:rPr dirty="0" sz="1450" spc="-10" b="1">
                <a:latin typeface="Gill Sans MT"/>
                <a:cs typeface="Gill Sans MT"/>
              </a:rPr>
              <a:t>I</a:t>
            </a:r>
            <a:r>
              <a:rPr dirty="0" sz="1450" spc="-10" b="1">
                <a:latin typeface="Trebuchet MS"/>
                <a:cs typeface="Trebuchet MS"/>
              </a:rPr>
              <a:t>mp</a:t>
            </a:r>
            <a:r>
              <a:rPr dirty="0" sz="1550" spc="-10" b="1">
                <a:latin typeface="Gill Sans MT"/>
                <a:cs typeface="Gill Sans MT"/>
              </a:rPr>
              <a:t>e</a:t>
            </a:r>
            <a:r>
              <a:rPr dirty="0" sz="1450" spc="-10" b="1">
                <a:latin typeface="Trebuchet MS"/>
                <a:cs typeface="Trebuchet MS"/>
              </a:rPr>
              <a:t>r</a:t>
            </a:r>
            <a:r>
              <a:rPr dirty="0" sz="1550" spc="-10" b="1">
                <a:latin typeface="Gill Sans MT"/>
                <a:cs typeface="Gill Sans MT"/>
              </a:rPr>
              <a:t>a</a:t>
            </a:r>
            <a:r>
              <a:rPr dirty="0" sz="1450" spc="-10" b="1">
                <a:latin typeface="Trebuchet MS"/>
                <a:cs typeface="Trebuchet MS"/>
              </a:rPr>
              <a:t>t</a:t>
            </a:r>
            <a:r>
              <a:rPr dirty="0" sz="1550" spc="-10" b="1">
                <a:latin typeface="Gill Sans MT"/>
                <a:cs typeface="Gill Sans MT"/>
              </a:rPr>
              <a:t>i</a:t>
            </a:r>
            <a:r>
              <a:rPr dirty="0" sz="1450" spc="-10" b="1">
                <a:latin typeface="Trebuchet MS"/>
                <a:cs typeface="Trebuchet MS"/>
              </a:rPr>
              <a:t>v</a:t>
            </a:r>
            <a:r>
              <a:rPr dirty="0" sz="1550" spc="-10" b="1">
                <a:latin typeface="Gill Sans MT"/>
                <a:cs typeface="Gill Sans MT"/>
              </a:rPr>
              <a:t>e</a:t>
            </a:r>
            <a:endParaRPr sz="1550">
              <a:latin typeface="Gill Sans MT"/>
              <a:cs typeface="Gill Sans MT"/>
            </a:endParaRPr>
          </a:p>
          <a:p>
            <a:pPr marL="280035" marR="1645285">
              <a:lnSpc>
                <a:spcPct val="152800"/>
              </a:lnSpc>
              <a:spcBef>
                <a:spcPts val="110"/>
              </a:spcBef>
            </a:pPr>
            <a:r>
              <a:rPr dirty="0" sz="1300" spc="-75" b="1">
                <a:latin typeface="Comic Sans MS"/>
                <a:cs typeface="Comic Sans MS"/>
              </a:rPr>
              <a:t>Sl</a:t>
            </a:r>
            <a:r>
              <a:rPr dirty="0" sz="1350" spc="-75" b="1">
                <a:latin typeface="Comic Sans MS"/>
                <a:cs typeface="Comic Sans MS"/>
              </a:rPr>
              <a:t>ack</a:t>
            </a:r>
            <a:r>
              <a:rPr dirty="0" sz="1300" spc="-75">
                <a:latin typeface="Comic Sans MS"/>
                <a:cs typeface="Comic Sans MS"/>
              </a:rPr>
              <a:t>: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65">
                <a:latin typeface="Comic Sans MS"/>
                <a:cs typeface="Comic Sans MS"/>
              </a:rPr>
              <a:t>Reduced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130">
                <a:latin typeface="Comic Sans MS"/>
                <a:cs typeface="Comic Sans MS"/>
              </a:rPr>
              <a:t>infrastructure</a:t>
            </a:r>
            <a:r>
              <a:rPr dirty="0" sz="1300" spc="-80">
                <a:latin typeface="Comic Sans MS"/>
                <a:cs typeface="Comic Sans MS"/>
              </a:rPr>
              <a:t> costs </a:t>
            </a:r>
            <a:r>
              <a:rPr dirty="0" sz="1300" spc="-75">
                <a:latin typeface="Comic Sans MS"/>
                <a:cs typeface="Comic Sans MS"/>
              </a:rPr>
              <a:t>by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105">
                <a:latin typeface="Comic Sans MS"/>
                <a:cs typeface="Comic Sans MS"/>
              </a:rPr>
              <a:t>70</a:t>
            </a:r>
            <a:r>
              <a:rPr dirty="0" sz="1250" spc="-105">
                <a:latin typeface="Bodoni MT"/>
                <a:cs typeface="Bodoni MT"/>
              </a:rPr>
              <a:t>%</a:t>
            </a:r>
            <a:r>
              <a:rPr dirty="0" sz="1300" spc="-105">
                <a:latin typeface="Comic Sans MS"/>
                <a:cs typeface="Comic Sans MS"/>
              </a:rPr>
              <a:t>,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80">
                <a:latin typeface="Comic Sans MS"/>
                <a:cs typeface="Comic Sans MS"/>
              </a:rPr>
              <a:t>improved </a:t>
            </a:r>
            <a:r>
              <a:rPr dirty="0" sz="1300" spc="-120">
                <a:latin typeface="Comic Sans MS"/>
                <a:cs typeface="Comic Sans MS"/>
              </a:rPr>
              <a:t>reliability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25">
                <a:latin typeface="Comic Sans MS"/>
                <a:cs typeface="Comic Sans MS"/>
              </a:rPr>
              <a:t>5x </a:t>
            </a:r>
            <a:r>
              <a:rPr dirty="0" sz="1300" spc="-10" b="1">
                <a:latin typeface="Comic Sans MS"/>
                <a:cs typeface="Comic Sans MS"/>
              </a:rPr>
              <a:t>P</a:t>
            </a:r>
            <a:r>
              <a:rPr dirty="0" sz="1350" spc="-10" b="1">
                <a:latin typeface="Comic Sans MS"/>
                <a:cs typeface="Comic Sans MS"/>
              </a:rPr>
              <a:t>h</a:t>
            </a:r>
            <a:r>
              <a:rPr dirty="0" sz="1300" spc="-10" b="1">
                <a:latin typeface="Comic Sans MS"/>
                <a:cs typeface="Comic Sans MS"/>
              </a:rPr>
              <a:t>on</a:t>
            </a:r>
            <a:r>
              <a:rPr dirty="0" sz="1350" spc="-10" b="1">
                <a:latin typeface="Comic Sans MS"/>
                <a:cs typeface="Comic Sans MS"/>
              </a:rPr>
              <a:t>e</a:t>
            </a:r>
            <a:r>
              <a:rPr dirty="0" sz="1300" spc="-10" b="1">
                <a:latin typeface="Comic Sans MS"/>
                <a:cs typeface="Comic Sans MS"/>
              </a:rPr>
              <a:t>P</a:t>
            </a:r>
            <a:r>
              <a:rPr dirty="0" sz="1350" spc="-10" b="1">
                <a:latin typeface="Comic Sans MS"/>
                <a:cs typeface="Comic Sans MS"/>
              </a:rPr>
              <a:t>e</a:t>
            </a:r>
            <a:r>
              <a:rPr dirty="0" sz="1350" spc="-315" b="1">
                <a:latin typeface="Comic Sans MS"/>
                <a:cs typeface="Comic Sans MS"/>
              </a:rPr>
              <a:t> </a:t>
            </a:r>
            <a:r>
              <a:rPr dirty="0" sz="1300" spc="-80" b="1">
                <a:latin typeface="Comic Sans MS"/>
                <a:cs typeface="Comic Sans MS"/>
              </a:rPr>
              <a:t>(</a:t>
            </a:r>
            <a:r>
              <a:rPr dirty="0" sz="1250" spc="-80" b="1">
                <a:latin typeface="Comic Sans MS"/>
                <a:cs typeface="Comic Sans MS"/>
              </a:rPr>
              <a:t>W</a:t>
            </a:r>
            <a:r>
              <a:rPr dirty="0" sz="1350" spc="-80" b="1">
                <a:latin typeface="Comic Sans MS"/>
                <a:cs typeface="Comic Sans MS"/>
              </a:rPr>
              <a:t>a</a:t>
            </a:r>
            <a:r>
              <a:rPr dirty="0" sz="1300" spc="-80" b="1">
                <a:latin typeface="Comic Sans MS"/>
                <a:cs typeface="Comic Sans MS"/>
              </a:rPr>
              <a:t>lm</a:t>
            </a:r>
            <a:r>
              <a:rPr dirty="0" sz="1350" spc="-80" b="1">
                <a:latin typeface="Comic Sans MS"/>
                <a:cs typeface="Comic Sans MS"/>
              </a:rPr>
              <a:t>a</a:t>
            </a:r>
            <a:r>
              <a:rPr dirty="0" sz="1300" spc="-80" b="1">
                <a:latin typeface="Comic Sans MS"/>
                <a:cs typeface="Comic Sans MS"/>
              </a:rPr>
              <a:t>rt)</a:t>
            </a:r>
            <a:r>
              <a:rPr dirty="0" sz="1300" spc="-80">
                <a:latin typeface="Comic Sans MS"/>
                <a:cs typeface="Comic Sans MS"/>
              </a:rPr>
              <a:t>: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90">
                <a:latin typeface="Comic Sans MS"/>
                <a:cs typeface="Comic Sans MS"/>
              </a:rPr>
              <a:t>Saved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50" spc="-125">
                <a:latin typeface="Lucida Sans"/>
                <a:cs typeface="Lucida Sans"/>
              </a:rPr>
              <a:t>$</a:t>
            </a:r>
            <a:r>
              <a:rPr dirty="0" sz="1300" spc="-125">
                <a:latin typeface="Comic Sans MS"/>
                <a:cs typeface="Comic Sans MS"/>
              </a:rPr>
              <a:t>5M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65">
                <a:latin typeface="Comic Sans MS"/>
                <a:cs typeface="Comic Sans MS"/>
              </a:rPr>
              <a:t>annually,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75">
                <a:latin typeface="Comic Sans MS"/>
                <a:cs typeface="Comic Sans MS"/>
              </a:rPr>
              <a:t>achieved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zero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114">
                <a:latin typeface="Comic Sans MS"/>
                <a:cs typeface="Comic Sans MS"/>
              </a:rPr>
              <a:t>critical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45">
                <a:latin typeface="Comic Sans MS"/>
                <a:cs typeface="Comic Sans MS"/>
              </a:rPr>
              <a:t>incidents</a:t>
            </a:r>
            <a:endParaRPr sz="1300">
              <a:latin typeface="Comic Sans MS"/>
              <a:cs typeface="Comic Sans MS"/>
            </a:endParaRPr>
          </a:p>
          <a:p>
            <a:pPr marL="280035">
              <a:lnSpc>
                <a:spcPct val="100000"/>
              </a:lnSpc>
              <a:spcBef>
                <a:spcPts val="780"/>
              </a:spcBef>
            </a:pPr>
            <a:r>
              <a:rPr dirty="0" sz="1300" spc="-90" b="1">
                <a:latin typeface="Comic Sans MS"/>
                <a:cs typeface="Comic Sans MS"/>
              </a:rPr>
              <a:t>In</a:t>
            </a:r>
            <a:r>
              <a:rPr dirty="0" sz="1350" spc="-90" b="1">
                <a:latin typeface="Comic Sans MS"/>
                <a:cs typeface="Comic Sans MS"/>
              </a:rPr>
              <a:t>d</a:t>
            </a:r>
            <a:r>
              <a:rPr dirty="0" sz="1300" spc="-90" b="1">
                <a:latin typeface="Comic Sans MS"/>
                <a:cs typeface="Comic Sans MS"/>
              </a:rPr>
              <a:t>ustry</a:t>
            </a:r>
            <a:r>
              <a:rPr dirty="0" sz="1300" spc="-300" b="1">
                <a:latin typeface="Comic Sans MS"/>
                <a:cs typeface="Comic Sans MS"/>
              </a:rPr>
              <a:t> </a:t>
            </a:r>
            <a:r>
              <a:rPr dirty="0" sz="1300" spc="-80" b="1">
                <a:latin typeface="Comic Sans MS"/>
                <a:cs typeface="Comic Sans MS"/>
              </a:rPr>
              <a:t>l</a:t>
            </a:r>
            <a:r>
              <a:rPr dirty="0" sz="1350" spc="-80" b="1">
                <a:latin typeface="Comic Sans MS"/>
                <a:cs typeface="Comic Sans MS"/>
              </a:rPr>
              <a:t>eade</a:t>
            </a:r>
            <a:r>
              <a:rPr dirty="0" sz="1300" spc="-80" b="1">
                <a:latin typeface="Comic Sans MS"/>
                <a:cs typeface="Comic Sans MS"/>
              </a:rPr>
              <a:t>rs</a:t>
            </a:r>
            <a:r>
              <a:rPr dirty="0" sz="1300" spc="-80">
                <a:latin typeface="Comic Sans MS"/>
                <a:cs typeface="Comic Sans MS"/>
              </a:rPr>
              <a:t>: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14">
                <a:latin typeface="Comic Sans MS"/>
                <a:cs typeface="Comic Sans MS"/>
              </a:rPr>
              <a:t>Already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45">
                <a:latin typeface="Comic Sans MS"/>
                <a:cs typeface="Comic Sans MS"/>
              </a:rPr>
              <a:t>using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225">
                <a:latin typeface="Comic Sans MS"/>
                <a:cs typeface="Comic Sans MS"/>
              </a:rPr>
              <a:t>AI-</a:t>
            </a:r>
            <a:r>
              <a:rPr dirty="0" sz="1300" spc="-90">
                <a:latin typeface="Comic Sans MS"/>
                <a:cs typeface="Comic Sans MS"/>
              </a:rPr>
              <a:t>driven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75">
                <a:latin typeface="Comic Sans MS"/>
                <a:cs typeface="Comic Sans MS"/>
              </a:rPr>
              <a:t>quality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65">
                <a:latin typeface="Comic Sans MS"/>
                <a:cs typeface="Comic Sans MS"/>
              </a:rPr>
              <a:t>approaches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40">
                <a:latin typeface="Comic Sans MS"/>
                <a:cs typeface="Comic Sans MS"/>
              </a:rPr>
              <a:t>as</a:t>
            </a:r>
            <a:r>
              <a:rPr dirty="0" sz="1300" spc="-90">
                <a:latin typeface="Comic Sans MS"/>
                <a:cs typeface="Comic Sans MS"/>
              </a:rPr>
              <a:t> competitive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65">
                <a:latin typeface="Comic Sans MS"/>
                <a:cs typeface="Comic Sans MS"/>
              </a:rPr>
              <a:t>differentiator</a:t>
            </a:r>
            <a:endParaRPr sz="13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630"/>
              </a:spcBef>
            </a:pPr>
            <a:r>
              <a:rPr dirty="0" sz="1450" spc="-10" b="1">
                <a:latin typeface="Gill Sans MT"/>
                <a:cs typeface="Gill Sans MT"/>
              </a:rPr>
              <a:t>R</a:t>
            </a:r>
            <a:r>
              <a:rPr dirty="0" sz="1550" spc="-10" b="1">
                <a:latin typeface="Gill Sans MT"/>
                <a:cs typeface="Gill Sans MT"/>
              </a:rPr>
              <a:t>ec</a:t>
            </a:r>
            <a:r>
              <a:rPr dirty="0" sz="1450" spc="-10" b="1">
                <a:latin typeface="Trebuchet MS"/>
                <a:cs typeface="Trebuchet MS"/>
              </a:rPr>
              <a:t>omm</a:t>
            </a:r>
            <a:r>
              <a:rPr dirty="0" sz="1550" spc="-10" b="1">
                <a:latin typeface="Gill Sans MT"/>
                <a:cs typeface="Gill Sans MT"/>
              </a:rPr>
              <a:t>e</a:t>
            </a:r>
            <a:r>
              <a:rPr dirty="0" sz="1450" spc="-10" b="1">
                <a:latin typeface="Trebuchet MS"/>
                <a:cs typeface="Trebuchet MS"/>
              </a:rPr>
              <a:t>n</a:t>
            </a:r>
            <a:r>
              <a:rPr dirty="0" sz="1550" spc="-10" b="1">
                <a:latin typeface="Gill Sans MT"/>
                <a:cs typeface="Gill Sans MT"/>
              </a:rPr>
              <a:t>da</a:t>
            </a:r>
            <a:r>
              <a:rPr dirty="0" sz="1450" spc="-10" b="1">
                <a:latin typeface="Trebuchet MS"/>
                <a:cs typeface="Trebuchet MS"/>
              </a:rPr>
              <a:t>t</a:t>
            </a:r>
            <a:r>
              <a:rPr dirty="0" sz="1550" spc="-10" b="1">
                <a:latin typeface="Gill Sans MT"/>
                <a:cs typeface="Gill Sans MT"/>
              </a:rPr>
              <a:t>i</a:t>
            </a:r>
            <a:r>
              <a:rPr dirty="0" sz="1450" spc="-10" b="1">
                <a:latin typeface="Trebuchet MS"/>
                <a:cs typeface="Trebuchet MS"/>
              </a:rPr>
              <a:t>on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57200" y="7238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57200" y="10382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57200" y="13430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57200" y="16573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457200" y="28003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457200" y="31146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57200" y="34194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457200" y="37337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352425" y="5029199"/>
            <a:ext cx="6858000" cy="9525"/>
          </a:xfrm>
          <a:custGeom>
            <a:avLst/>
            <a:gdLst/>
            <a:ahLst/>
            <a:cxnLst/>
            <a:rect l="l" t="t" r="r" b="b"/>
            <a:pathLst>
              <a:path w="6858000" h="9525">
                <a:moveTo>
                  <a:pt x="6858000" y="9525"/>
                </a:moveTo>
                <a:lnTo>
                  <a:pt x="0" y="9525"/>
                </a:lnTo>
                <a:lnTo>
                  <a:pt x="0" y="0"/>
                </a:lnTo>
                <a:lnTo>
                  <a:pt x="6858000" y="0"/>
                </a:lnTo>
                <a:lnTo>
                  <a:pt x="68580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337585" y="237710"/>
            <a:ext cx="6856730" cy="100780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25"/>
              </a:spcBef>
            </a:pPr>
            <a:r>
              <a:rPr dirty="0" sz="1300" spc="-55">
                <a:latin typeface="Comic Sans MS"/>
                <a:cs typeface="Comic Sans MS"/>
              </a:rPr>
              <a:t>Launch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a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60">
                <a:latin typeface="Comic Sans MS"/>
                <a:cs typeface="Comic Sans MS"/>
              </a:rPr>
              <a:t>6-</a:t>
            </a:r>
            <a:r>
              <a:rPr dirty="0" sz="1300" spc="-75">
                <a:latin typeface="Comic Sans MS"/>
                <a:cs typeface="Comic Sans MS"/>
              </a:rPr>
              <a:t>month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90">
                <a:latin typeface="Comic Sans MS"/>
                <a:cs typeface="Comic Sans MS"/>
              </a:rPr>
              <a:t>pilot </a:t>
            </a:r>
            <a:r>
              <a:rPr dirty="0" sz="1300" spc="-80">
                <a:latin typeface="Comic Sans MS"/>
                <a:cs typeface="Comic Sans MS"/>
              </a:rPr>
              <a:t>program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00">
                <a:latin typeface="Comic Sans MS"/>
                <a:cs typeface="Comic Sans MS"/>
              </a:rPr>
              <a:t>with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80">
                <a:latin typeface="Comic Sans MS"/>
                <a:cs typeface="Comic Sans MS"/>
              </a:rPr>
              <a:t>our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70">
                <a:latin typeface="Comic Sans MS"/>
                <a:cs typeface="Comic Sans MS"/>
              </a:rPr>
              <a:t>mobile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95">
                <a:latin typeface="Comic Sans MS"/>
                <a:cs typeface="Comic Sans MS"/>
              </a:rPr>
              <a:t>streaming </a:t>
            </a:r>
            <a:r>
              <a:rPr dirty="0" sz="1300" spc="-10">
                <a:latin typeface="Comic Sans MS"/>
                <a:cs typeface="Comic Sans MS"/>
              </a:rPr>
              <a:t>application:</a:t>
            </a:r>
            <a:endParaRPr sz="1300">
              <a:latin typeface="Comic Sans MS"/>
              <a:cs typeface="Comic Sans MS"/>
            </a:endParaRPr>
          </a:p>
          <a:p>
            <a:pPr marL="280035" marR="2518410">
              <a:lnSpc>
                <a:spcPct val="152800"/>
              </a:lnSpc>
              <a:spcBef>
                <a:spcPts val="535"/>
              </a:spcBef>
            </a:pPr>
            <a:r>
              <a:rPr dirty="0" sz="1300" spc="-85" b="1">
                <a:latin typeface="Comic Sans MS"/>
                <a:cs typeface="Comic Sans MS"/>
              </a:rPr>
              <a:t>Inv</a:t>
            </a:r>
            <a:r>
              <a:rPr dirty="0" sz="1350" spc="-85" b="1">
                <a:latin typeface="Comic Sans MS"/>
                <a:cs typeface="Comic Sans MS"/>
              </a:rPr>
              <a:t>e</a:t>
            </a:r>
            <a:r>
              <a:rPr dirty="0" sz="1300" spc="-85" b="1">
                <a:latin typeface="Comic Sans MS"/>
                <a:cs typeface="Comic Sans MS"/>
              </a:rPr>
              <a:t>stm</a:t>
            </a:r>
            <a:r>
              <a:rPr dirty="0" sz="1350" spc="-85" b="1">
                <a:latin typeface="Comic Sans MS"/>
                <a:cs typeface="Comic Sans MS"/>
              </a:rPr>
              <a:t>e</a:t>
            </a:r>
            <a:r>
              <a:rPr dirty="0" sz="1300" spc="-85" b="1">
                <a:latin typeface="Comic Sans MS"/>
                <a:cs typeface="Comic Sans MS"/>
              </a:rPr>
              <a:t>nt</a:t>
            </a:r>
            <a:r>
              <a:rPr dirty="0" sz="1300" spc="-85">
                <a:latin typeface="Comic Sans MS"/>
                <a:cs typeface="Comic Sans MS"/>
              </a:rPr>
              <a:t>: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50" spc="-100">
                <a:latin typeface="Lucida Sans"/>
                <a:cs typeface="Lucida Sans"/>
              </a:rPr>
              <a:t>$</a:t>
            </a:r>
            <a:r>
              <a:rPr dirty="0" sz="1300" spc="-100">
                <a:latin typeface="Comic Sans MS"/>
                <a:cs typeface="Comic Sans MS"/>
              </a:rPr>
              <a:t>500K</a:t>
            </a:r>
            <a:r>
              <a:rPr dirty="0" sz="1300" spc="-75">
                <a:latin typeface="Comic Sans MS"/>
                <a:cs typeface="Comic Sans MS"/>
              </a:rPr>
              <a:t> </a:t>
            </a:r>
            <a:r>
              <a:rPr dirty="0" sz="1300" spc="-65">
                <a:latin typeface="Comic Sans MS"/>
                <a:cs typeface="Comic Sans MS"/>
              </a:rPr>
              <a:t>(includes</a:t>
            </a:r>
            <a:r>
              <a:rPr dirty="0" sz="1300" spc="-80">
                <a:latin typeface="Comic Sans MS"/>
                <a:cs typeface="Comic Sans MS"/>
              </a:rPr>
              <a:t> tools,</a:t>
            </a:r>
            <a:r>
              <a:rPr dirty="0" sz="1300" spc="-75">
                <a:latin typeface="Comic Sans MS"/>
                <a:cs typeface="Comic Sans MS"/>
              </a:rPr>
              <a:t> </a:t>
            </a:r>
            <a:r>
              <a:rPr dirty="0" sz="1300" spc="-95">
                <a:latin typeface="Comic Sans MS"/>
                <a:cs typeface="Comic Sans MS"/>
              </a:rPr>
              <a:t>training,</a:t>
            </a:r>
            <a:r>
              <a:rPr dirty="0" sz="1300" spc="-75">
                <a:latin typeface="Comic Sans MS"/>
                <a:cs typeface="Comic Sans MS"/>
              </a:rPr>
              <a:t> </a:t>
            </a:r>
            <a:r>
              <a:rPr dirty="0" sz="1300" spc="-40">
                <a:latin typeface="Comic Sans MS"/>
                <a:cs typeface="Comic Sans MS"/>
              </a:rPr>
              <a:t>and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35">
                <a:latin typeface="Comic Sans MS"/>
                <a:cs typeface="Comic Sans MS"/>
              </a:rPr>
              <a:t>consulting) </a:t>
            </a:r>
            <a:r>
              <a:rPr dirty="0" sz="1300" spc="-80" b="1">
                <a:latin typeface="Comic Sans MS"/>
                <a:cs typeface="Comic Sans MS"/>
              </a:rPr>
              <a:t>Exp</a:t>
            </a:r>
            <a:r>
              <a:rPr dirty="0" sz="1350" spc="-80" b="1">
                <a:latin typeface="Comic Sans MS"/>
                <a:cs typeface="Comic Sans MS"/>
              </a:rPr>
              <a:t>ec</a:t>
            </a:r>
            <a:r>
              <a:rPr dirty="0" sz="1300" spc="-80" b="1">
                <a:latin typeface="Comic Sans MS"/>
                <a:cs typeface="Comic Sans MS"/>
              </a:rPr>
              <a:t>t</a:t>
            </a:r>
            <a:r>
              <a:rPr dirty="0" sz="1350" spc="-80" b="1">
                <a:latin typeface="Comic Sans MS"/>
                <a:cs typeface="Comic Sans MS"/>
              </a:rPr>
              <a:t>ed</a:t>
            </a:r>
            <a:r>
              <a:rPr dirty="0" sz="1350" spc="-325" b="1">
                <a:latin typeface="Comic Sans MS"/>
                <a:cs typeface="Comic Sans MS"/>
              </a:rPr>
              <a:t> </a:t>
            </a:r>
            <a:r>
              <a:rPr dirty="0" sz="1300" spc="-70" b="1">
                <a:latin typeface="Comic Sans MS"/>
                <a:cs typeface="Comic Sans MS"/>
              </a:rPr>
              <a:t>R</a:t>
            </a:r>
            <a:r>
              <a:rPr dirty="0" sz="1350" spc="-70" b="1">
                <a:latin typeface="Comic Sans MS"/>
                <a:cs typeface="Comic Sans MS"/>
              </a:rPr>
              <a:t>e</a:t>
            </a:r>
            <a:r>
              <a:rPr dirty="0" sz="1300" spc="-70" b="1">
                <a:latin typeface="Comic Sans MS"/>
                <a:cs typeface="Comic Sans MS"/>
              </a:rPr>
              <a:t>turn</a:t>
            </a:r>
            <a:r>
              <a:rPr dirty="0" sz="1300" spc="-70">
                <a:latin typeface="Comic Sans MS"/>
                <a:cs typeface="Comic Sans MS"/>
              </a:rPr>
              <a:t>: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50" spc="-114">
                <a:latin typeface="Lucida Sans"/>
                <a:cs typeface="Lucida Sans"/>
              </a:rPr>
              <a:t>$</a:t>
            </a:r>
            <a:r>
              <a:rPr dirty="0" sz="1300" spc="-114">
                <a:latin typeface="Comic Sans MS"/>
                <a:cs typeface="Comic Sans MS"/>
              </a:rPr>
              <a:t>2.5M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55">
                <a:latin typeface="Comic Sans MS"/>
                <a:cs typeface="Comic Sans MS"/>
              </a:rPr>
              <a:t>in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65">
                <a:latin typeface="Comic Sans MS"/>
                <a:cs typeface="Comic Sans MS"/>
              </a:rPr>
              <a:t>first-</a:t>
            </a:r>
            <a:r>
              <a:rPr dirty="0" sz="1300" spc="-105">
                <a:latin typeface="Comic Sans MS"/>
                <a:cs typeface="Comic Sans MS"/>
              </a:rPr>
              <a:t>year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savings</a:t>
            </a:r>
            <a:endParaRPr sz="1300">
              <a:latin typeface="Comic Sans MS"/>
              <a:cs typeface="Comic Sans MS"/>
            </a:endParaRPr>
          </a:p>
          <a:p>
            <a:pPr marL="280035" marR="1129665">
              <a:lnSpc>
                <a:spcPts val="2480"/>
              </a:lnSpc>
              <a:spcBef>
                <a:spcPts val="145"/>
              </a:spcBef>
            </a:pPr>
            <a:r>
              <a:rPr dirty="0" sz="1300" spc="-45" b="1">
                <a:latin typeface="Comic Sans MS"/>
                <a:cs typeface="Comic Sans MS"/>
              </a:rPr>
              <a:t>Su</a:t>
            </a:r>
            <a:r>
              <a:rPr dirty="0" sz="1350" spc="-45" b="1">
                <a:latin typeface="Comic Sans MS"/>
                <a:cs typeface="Comic Sans MS"/>
              </a:rPr>
              <a:t>cce</a:t>
            </a:r>
            <a:r>
              <a:rPr dirty="0" sz="1300" spc="-45" b="1">
                <a:latin typeface="Comic Sans MS"/>
                <a:cs typeface="Comic Sans MS"/>
              </a:rPr>
              <a:t>ss</a:t>
            </a:r>
            <a:r>
              <a:rPr dirty="0" sz="1300" spc="-305" b="1">
                <a:latin typeface="Comic Sans MS"/>
                <a:cs typeface="Comic Sans MS"/>
              </a:rPr>
              <a:t> </a:t>
            </a:r>
            <a:r>
              <a:rPr dirty="0" sz="1300" spc="-90" b="1">
                <a:latin typeface="Comic Sans MS"/>
                <a:cs typeface="Comic Sans MS"/>
              </a:rPr>
              <a:t>M</a:t>
            </a:r>
            <a:r>
              <a:rPr dirty="0" sz="1350" spc="-90" b="1">
                <a:latin typeface="Comic Sans MS"/>
                <a:cs typeface="Comic Sans MS"/>
              </a:rPr>
              <a:t>e</a:t>
            </a:r>
            <a:r>
              <a:rPr dirty="0" sz="1300" spc="-90" b="1">
                <a:latin typeface="Comic Sans MS"/>
                <a:cs typeface="Comic Sans MS"/>
              </a:rPr>
              <a:t>tr</a:t>
            </a:r>
            <a:r>
              <a:rPr dirty="0" sz="1350" spc="-90" b="1">
                <a:latin typeface="Comic Sans MS"/>
                <a:cs typeface="Comic Sans MS"/>
              </a:rPr>
              <a:t>ic</a:t>
            </a:r>
            <a:r>
              <a:rPr dirty="0" sz="1300" spc="-90" b="1">
                <a:latin typeface="Comic Sans MS"/>
                <a:cs typeface="Comic Sans MS"/>
              </a:rPr>
              <a:t>s</a:t>
            </a:r>
            <a:r>
              <a:rPr dirty="0" sz="1300" spc="-90">
                <a:latin typeface="Comic Sans MS"/>
                <a:cs typeface="Comic Sans MS"/>
              </a:rPr>
              <a:t>: </a:t>
            </a:r>
            <a:r>
              <a:rPr dirty="0" sz="1300" spc="-95">
                <a:latin typeface="Comic Sans MS"/>
                <a:cs typeface="Comic Sans MS"/>
              </a:rPr>
              <a:t>50</a:t>
            </a:r>
            <a:r>
              <a:rPr dirty="0" sz="1250" spc="-95">
                <a:latin typeface="Bodoni MT"/>
                <a:cs typeface="Bodoni MT"/>
              </a:rPr>
              <a:t>%</a:t>
            </a:r>
            <a:r>
              <a:rPr dirty="0" sz="1250" spc="-10">
                <a:latin typeface="Bodoni MT"/>
                <a:cs typeface="Bodoni MT"/>
              </a:rPr>
              <a:t> </a:t>
            </a:r>
            <a:r>
              <a:rPr dirty="0" sz="1300" spc="-80">
                <a:latin typeface="Comic Sans MS"/>
                <a:cs typeface="Comic Sans MS"/>
              </a:rPr>
              <a:t>cost</a:t>
            </a:r>
            <a:r>
              <a:rPr dirty="0" sz="1300" spc="-90">
                <a:latin typeface="Comic Sans MS"/>
                <a:cs typeface="Comic Sans MS"/>
              </a:rPr>
              <a:t> reduction, 30</a:t>
            </a:r>
            <a:r>
              <a:rPr dirty="0" sz="1250" spc="-90">
                <a:latin typeface="Bodoni MT"/>
                <a:cs typeface="Bodoni MT"/>
              </a:rPr>
              <a:t>%</a:t>
            </a:r>
            <a:r>
              <a:rPr dirty="0" sz="1250" spc="-10">
                <a:latin typeface="Bodoni MT"/>
                <a:cs typeface="Bodoni MT"/>
              </a:rPr>
              <a:t> </a:t>
            </a:r>
            <a:r>
              <a:rPr dirty="0" sz="1300" spc="-155">
                <a:latin typeface="Comic Sans MS"/>
                <a:cs typeface="Comic Sans MS"/>
              </a:rPr>
              <a:t>faster</a:t>
            </a:r>
            <a:r>
              <a:rPr dirty="0" sz="1300" spc="-90">
                <a:latin typeface="Comic Sans MS"/>
                <a:cs typeface="Comic Sans MS"/>
              </a:rPr>
              <a:t> releases, </a:t>
            </a:r>
            <a:r>
              <a:rPr dirty="0" sz="1300" spc="-85">
                <a:latin typeface="Comic Sans MS"/>
                <a:cs typeface="Comic Sans MS"/>
              </a:rPr>
              <a:t>40</a:t>
            </a:r>
            <a:r>
              <a:rPr dirty="0" sz="1250" spc="-85">
                <a:latin typeface="Bodoni MT"/>
                <a:cs typeface="Bodoni MT"/>
              </a:rPr>
              <a:t>%</a:t>
            </a:r>
            <a:r>
              <a:rPr dirty="0" sz="1250" spc="-10">
                <a:latin typeface="Bodoni MT"/>
                <a:cs typeface="Bodoni MT"/>
              </a:rPr>
              <a:t> </a:t>
            </a:r>
            <a:r>
              <a:rPr dirty="0" sz="1300" spc="-140">
                <a:latin typeface="Comic Sans MS"/>
                <a:cs typeface="Comic Sans MS"/>
              </a:rPr>
              <a:t>fewer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30">
                <a:latin typeface="Comic Sans MS"/>
                <a:cs typeface="Comic Sans MS"/>
              </a:rPr>
              <a:t>incidents </a:t>
            </a:r>
            <a:r>
              <a:rPr dirty="0" sz="1300" spc="-55" b="1">
                <a:latin typeface="Comic Sans MS"/>
                <a:cs typeface="Comic Sans MS"/>
              </a:rPr>
              <a:t>R</a:t>
            </a:r>
            <a:r>
              <a:rPr dirty="0" sz="1350" spc="-55" b="1">
                <a:latin typeface="Comic Sans MS"/>
                <a:cs typeface="Comic Sans MS"/>
              </a:rPr>
              <a:t>i</a:t>
            </a:r>
            <a:r>
              <a:rPr dirty="0" sz="1300" spc="-55" b="1">
                <a:latin typeface="Comic Sans MS"/>
                <a:cs typeface="Comic Sans MS"/>
              </a:rPr>
              <a:t>s</a:t>
            </a:r>
            <a:r>
              <a:rPr dirty="0" sz="1350" spc="-55" b="1">
                <a:latin typeface="Comic Sans MS"/>
                <a:cs typeface="Comic Sans MS"/>
              </a:rPr>
              <a:t>k</a:t>
            </a:r>
            <a:r>
              <a:rPr dirty="0" sz="1300" spc="-55">
                <a:latin typeface="Comic Sans MS"/>
                <a:cs typeface="Comic Sans MS"/>
              </a:rPr>
              <a:t>:</a:t>
            </a:r>
            <a:r>
              <a:rPr dirty="0" sz="1300" spc="-85">
                <a:latin typeface="Comic Sans MS"/>
                <a:cs typeface="Comic Sans MS"/>
              </a:rPr>
              <a:t> Minimal </a:t>
            </a:r>
            <a:r>
              <a:rPr dirty="0" sz="1300">
                <a:latin typeface="Comic Sans MS"/>
                <a:cs typeface="Comic Sans MS"/>
              </a:rPr>
              <a:t>-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80">
                <a:latin typeface="Comic Sans MS"/>
                <a:cs typeface="Comic Sans MS"/>
              </a:rPr>
              <a:t>maintain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120">
                <a:latin typeface="Comic Sans MS"/>
                <a:cs typeface="Comic Sans MS"/>
              </a:rPr>
              <a:t>current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90">
                <a:latin typeface="Comic Sans MS"/>
                <a:cs typeface="Comic Sans MS"/>
              </a:rPr>
              <a:t>systems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75">
                <a:latin typeface="Comic Sans MS"/>
                <a:cs typeface="Comic Sans MS"/>
              </a:rPr>
              <a:t>during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transition</a:t>
            </a:r>
            <a:endParaRPr sz="13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dirty="0" sz="1450" spc="-75" b="1">
                <a:latin typeface="Gill Sans MT"/>
                <a:cs typeface="Gill Sans MT"/>
              </a:rPr>
              <a:t>S</a:t>
            </a:r>
            <a:r>
              <a:rPr dirty="0" sz="1450" spc="-75" b="1">
                <a:latin typeface="Trebuchet MS"/>
                <a:cs typeface="Trebuchet MS"/>
              </a:rPr>
              <a:t>tr</a:t>
            </a:r>
            <a:r>
              <a:rPr dirty="0" sz="1550" spc="-75" b="1">
                <a:latin typeface="Gill Sans MT"/>
                <a:cs typeface="Gill Sans MT"/>
              </a:rPr>
              <a:t>a</a:t>
            </a:r>
            <a:r>
              <a:rPr dirty="0" sz="1450" spc="-75" b="1">
                <a:latin typeface="Trebuchet MS"/>
                <a:cs typeface="Trebuchet MS"/>
              </a:rPr>
              <a:t>t</a:t>
            </a:r>
            <a:r>
              <a:rPr dirty="0" sz="1550" spc="-75" b="1">
                <a:latin typeface="Gill Sans MT"/>
                <a:cs typeface="Gill Sans MT"/>
              </a:rPr>
              <a:t>egic</a:t>
            </a:r>
            <a:r>
              <a:rPr dirty="0" sz="1550" spc="-135" b="1">
                <a:latin typeface="Gill Sans MT"/>
                <a:cs typeface="Gill Sans MT"/>
              </a:rPr>
              <a:t> </a:t>
            </a:r>
            <a:r>
              <a:rPr dirty="0" sz="1450" spc="-10" b="1">
                <a:latin typeface="Gill Sans MT"/>
                <a:cs typeface="Gill Sans MT"/>
              </a:rPr>
              <a:t>A</a:t>
            </a:r>
            <a:r>
              <a:rPr dirty="0" sz="1450" spc="-10" b="1">
                <a:latin typeface="Trebuchet MS"/>
                <a:cs typeface="Trebuchet MS"/>
              </a:rPr>
              <a:t>l</a:t>
            </a:r>
            <a:r>
              <a:rPr dirty="0" sz="1550" spc="-10" b="1">
                <a:latin typeface="Gill Sans MT"/>
                <a:cs typeface="Gill Sans MT"/>
              </a:rPr>
              <a:t>ig</a:t>
            </a:r>
            <a:r>
              <a:rPr dirty="0" sz="1450" spc="-10" b="1">
                <a:latin typeface="Trebuchet MS"/>
                <a:cs typeface="Trebuchet MS"/>
              </a:rPr>
              <a:t>nm</a:t>
            </a:r>
            <a:r>
              <a:rPr dirty="0" sz="1550" spc="-10" b="1">
                <a:latin typeface="Gill Sans MT"/>
                <a:cs typeface="Gill Sans MT"/>
              </a:rPr>
              <a:t>e</a:t>
            </a:r>
            <a:r>
              <a:rPr dirty="0" sz="1450" spc="-10" b="1">
                <a:latin typeface="Trebuchet MS"/>
                <a:cs typeface="Trebuchet MS"/>
              </a:rPr>
              <a:t>nt</a:t>
            </a:r>
            <a:endParaRPr sz="1450">
              <a:latin typeface="Trebuchet MS"/>
              <a:cs typeface="Trebuchet MS"/>
            </a:endParaRPr>
          </a:p>
          <a:p>
            <a:pPr marL="13335">
              <a:lnSpc>
                <a:spcPct val="100000"/>
              </a:lnSpc>
              <a:spcBef>
                <a:spcPts val="965"/>
              </a:spcBef>
            </a:pPr>
            <a:r>
              <a:rPr dirty="0" sz="1250" spc="-95">
                <a:latin typeface="Comic Sans MS"/>
                <a:cs typeface="Comic Sans MS"/>
              </a:rPr>
              <a:t>T</a:t>
            </a:r>
            <a:r>
              <a:rPr dirty="0" sz="1300" spc="-95">
                <a:latin typeface="Comic Sans MS"/>
                <a:cs typeface="Comic Sans MS"/>
              </a:rPr>
              <a:t>his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14">
                <a:latin typeface="Comic Sans MS"/>
                <a:cs typeface="Comic Sans MS"/>
              </a:rPr>
              <a:t>initiative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represents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25">
                <a:latin typeface="Comic Sans MS"/>
                <a:cs typeface="Comic Sans MS"/>
              </a:rPr>
              <a:t>the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05" b="1">
                <a:latin typeface="Comic Sans MS"/>
                <a:cs typeface="Comic Sans MS"/>
              </a:rPr>
              <a:t>p</a:t>
            </a:r>
            <a:r>
              <a:rPr dirty="0" sz="1350" spc="-105" b="1">
                <a:latin typeface="Comic Sans MS"/>
                <a:cs typeface="Comic Sans MS"/>
              </a:rPr>
              <a:t>e</a:t>
            </a:r>
            <a:r>
              <a:rPr dirty="0" sz="1300" spc="-105" b="1">
                <a:latin typeface="Comic Sans MS"/>
                <a:cs typeface="Comic Sans MS"/>
              </a:rPr>
              <a:t>r</a:t>
            </a:r>
            <a:r>
              <a:rPr dirty="0" sz="1350" spc="-105" b="1">
                <a:latin typeface="Comic Sans MS"/>
                <a:cs typeface="Comic Sans MS"/>
              </a:rPr>
              <a:t>fec</a:t>
            </a:r>
            <a:r>
              <a:rPr dirty="0" sz="1300" spc="-105" b="1">
                <a:latin typeface="Comic Sans MS"/>
                <a:cs typeface="Comic Sans MS"/>
              </a:rPr>
              <a:t>t</a:t>
            </a:r>
            <a:r>
              <a:rPr dirty="0" sz="1300" spc="-300" b="1">
                <a:latin typeface="Comic Sans MS"/>
                <a:cs typeface="Comic Sans MS"/>
              </a:rPr>
              <a:t> </a:t>
            </a:r>
            <a:r>
              <a:rPr dirty="0" sz="1350" spc="-130" b="1">
                <a:latin typeface="Comic Sans MS"/>
                <a:cs typeface="Comic Sans MS"/>
              </a:rPr>
              <a:t>fi</a:t>
            </a:r>
            <a:r>
              <a:rPr dirty="0" sz="1300" spc="-130" b="1">
                <a:latin typeface="Comic Sans MS"/>
                <a:cs typeface="Comic Sans MS"/>
              </a:rPr>
              <a:t>rst</a:t>
            </a:r>
            <a:r>
              <a:rPr dirty="0" sz="1300" spc="-300" b="1">
                <a:latin typeface="Comic Sans MS"/>
                <a:cs typeface="Comic Sans MS"/>
              </a:rPr>
              <a:t> </a:t>
            </a:r>
            <a:r>
              <a:rPr dirty="0" sz="1300" spc="-95" b="1">
                <a:latin typeface="Comic Sans MS"/>
                <a:cs typeface="Comic Sans MS"/>
              </a:rPr>
              <a:t>pro</a:t>
            </a:r>
            <a:r>
              <a:rPr dirty="0" sz="1350" spc="-95" b="1">
                <a:latin typeface="Comic Sans MS"/>
                <a:cs typeface="Comic Sans MS"/>
              </a:rPr>
              <a:t>jec</a:t>
            </a:r>
            <a:r>
              <a:rPr dirty="0" sz="1300" spc="-95" b="1">
                <a:latin typeface="Comic Sans MS"/>
                <a:cs typeface="Comic Sans MS"/>
              </a:rPr>
              <a:t>t</a:t>
            </a:r>
            <a:r>
              <a:rPr dirty="0" sz="1300" spc="-265" b="1">
                <a:latin typeface="Comic Sans MS"/>
                <a:cs typeface="Comic Sans MS"/>
              </a:rPr>
              <a:t> </a:t>
            </a:r>
            <a:r>
              <a:rPr dirty="0" sz="1300" spc="-170">
                <a:latin typeface="Comic Sans MS"/>
                <a:cs typeface="Comic Sans MS"/>
              </a:rPr>
              <a:t>for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80">
                <a:latin typeface="Comic Sans MS"/>
                <a:cs typeface="Comic Sans MS"/>
              </a:rPr>
              <a:t>our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35">
                <a:latin typeface="Comic Sans MS"/>
                <a:cs typeface="Comic Sans MS"/>
              </a:rPr>
              <a:t>new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240">
                <a:latin typeface="Comic Sans MS"/>
                <a:cs typeface="Comic Sans MS"/>
              </a:rPr>
              <a:t>AI/ML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department:</a:t>
            </a:r>
            <a:endParaRPr sz="1300">
              <a:latin typeface="Comic Sans MS"/>
              <a:cs typeface="Comic Sans MS"/>
            </a:endParaRPr>
          </a:p>
          <a:p>
            <a:pPr marL="280035" marR="4396740">
              <a:lnSpc>
                <a:spcPct val="158700"/>
              </a:lnSpc>
              <a:spcBef>
                <a:spcPts val="515"/>
              </a:spcBef>
            </a:pPr>
            <a:r>
              <a:rPr dirty="0" sz="1300" spc="-50">
                <a:latin typeface="Comic Sans MS"/>
                <a:cs typeface="Comic Sans MS"/>
              </a:rPr>
              <a:t>Low</a:t>
            </a:r>
            <a:r>
              <a:rPr dirty="0" sz="1300" spc="-114">
                <a:latin typeface="Comic Sans MS"/>
                <a:cs typeface="Comic Sans MS"/>
              </a:rPr>
              <a:t> </a:t>
            </a:r>
            <a:r>
              <a:rPr dirty="0" sz="1300" spc="-120">
                <a:latin typeface="Comic Sans MS"/>
                <a:cs typeface="Comic Sans MS"/>
              </a:rPr>
              <a:t>risk</a:t>
            </a:r>
            <a:r>
              <a:rPr dirty="0" sz="1300" spc="-114">
                <a:latin typeface="Comic Sans MS"/>
                <a:cs typeface="Comic Sans MS"/>
              </a:rPr>
              <a:t> </a:t>
            </a:r>
            <a:r>
              <a:rPr dirty="0" sz="1300" spc="-100">
                <a:latin typeface="Comic Sans MS"/>
                <a:cs typeface="Comic Sans MS"/>
              </a:rPr>
              <a:t>with</a:t>
            </a:r>
            <a:r>
              <a:rPr dirty="0" sz="1300" spc="-114">
                <a:latin typeface="Comic Sans MS"/>
                <a:cs typeface="Comic Sans MS"/>
              </a:rPr>
              <a:t> </a:t>
            </a:r>
            <a:r>
              <a:rPr dirty="0" sz="1300" spc="-70">
                <a:latin typeface="Comic Sans MS"/>
                <a:cs typeface="Comic Sans MS"/>
              </a:rPr>
              <a:t>high</a:t>
            </a:r>
            <a:r>
              <a:rPr dirty="0" sz="1300" spc="-114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visibility </a:t>
            </a:r>
            <a:r>
              <a:rPr dirty="0" sz="1300" spc="-90">
                <a:latin typeface="Comic Sans MS"/>
                <a:cs typeface="Comic Sans MS"/>
              </a:rPr>
              <a:t>Measurable</a:t>
            </a:r>
            <a:r>
              <a:rPr dirty="0" sz="1300" spc="-110">
                <a:latin typeface="Comic Sans MS"/>
                <a:cs typeface="Comic Sans MS"/>
              </a:rPr>
              <a:t> </a:t>
            </a:r>
            <a:r>
              <a:rPr dirty="0" sz="1300" spc="-220">
                <a:latin typeface="Comic Sans MS"/>
                <a:cs typeface="Comic Sans MS"/>
              </a:rPr>
              <a:t>ROI</a:t>
            </a:r>
            <a:r>
              <a:rPr dirty="0" sz="1300" spc="-105">
                <a:latin typeface="Comic Sans MS"/>
                <a:cs typeface="Comic Sans MS"/>
              </a:rPr>
              <a:t> </a:t>
            </a:r>
            <a:r>
              <a:rPr dirty="0" sz="1300" spc="-95">
                <a:latin typeface="Comic Sans MS"/>
                <a:cs typeface="Comic Sans MS"/>
              </a:rPr>
              <a:t>within</a:t>
            </a:r>
            <a:r>
              <a:rPr dirty="0" sz="1300" spc="-105">
                <a:latin typeface="Comic Sans MS"/>
                <a:cs typeface="Comic Sans MS"/>
              </a:rPr>
              <a:t> </a:t>
            </a:r>
            <a:r>
              <a:rPr dirty="0" sz="1300" spc="-45">
                <a:latin typeface="Comic Sans MS"/>
                <a:cs typeface="Comic Sans MS"/>
              </a:rPr>
              <a:t>6</a:t>
            </a:r>
            <a:r>
              <a:rPr dirty="0" sz="1300" spc="-105">
                <a:latin typeface="Comic Sans MS"/>
                <a:cs typeface="Comic Sans MS"/>
              </a:rPr>
              <a:t> </a:t>
            </a:r>
            <a:r>
              <a:rPr dirty="0" sz="1300" spc="-45">
                <a:latin typeface="Comic Sans MS"/>
                <a:cs typeface="Comic Sans MS"/>
              </a:rPr>
              <a:t>months</a:t>
            </a:r>
            <a:endParaRPr sz="1300">
              <a:latin typeface="Comic Sans MS"/>
              <a:cs typeface="Comic Sans MS"/>
            </a:endParaRPr>
          </a:p>
          <a:p>
            <a:pPr marL="280035" marR="3401060">
              <a:lnSpc>
                <a:spcPts val="2480"/>
              </a:lnSpc>
              <a:spcBef>
                <a:spcPts val="155"/>
              </a:spcBef>
            </a:pPr>
            <a:r>
              <a:rPr dirty="0" sz="1300" spc="-75">
                <a:latin typeface="Comic Sans MS"/>
                <a:cs typeface="Comic Sans MS"/>
              </a:rPr>
              <a:t>Builds</a:t>
            </a:r>
            <a:r>
              <a:rPr dirty="0" sz="1300" spc="-90">
                <a:latin typeface="Comic Sans MS"/>
                <a:cs typeface="Comic Sans MS"/>
              </a:rPr>
              <a:t> capabilities </a:t>
            </a:r>
            <a:r>
              <a:rPr dirty="0" sz="1300" spc="-170">
                <a:latin typeface="Comic Sans MS"/>
                <a:cs typeface="Comic Sans MS"/>
              </a:rPr>
              <a:t>for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45">
                <a:latin typeface="Comic Sans MS"/>
                <a:cs typeface="Comic Sans MS"/>
              </a:rPr>
              <a:t>future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290">
                <a:latin typeface="Comic Sans MS"/>
                <a:cs typeface="Comic Sans MS"/>
              </a:rPr>
              <a:t>AI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initiatives </a:t>
            </a:r>
            <a:r>
              <a:rPr dirty="0" sz="1300" spc="-70">
                <a:latin typeface="Comic Sans MS"/>
                <a:cs typeface="Comic Sans MS"/>
              </a:rPr>
              <a:t>Positions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25">
                <a:latin typeface="Comic Sans MS"/>
                <a:cs typeface="Comic Sans MS"/>
              </a:rPr>
              <a:t>us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40">
                <a:latin typeface="Comic Sans MS"/>
                <a:cs typeface="Comic Sans MS"/>
              </a:rPr>
              <a:t>as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70">
                <a:latin typeface="Comic Sans MS"/>
                <a:cs typeface="Comic Sans MS"/>
              </a:rPr>
              <a:t>technology</a:t>
            </a:r>
            <a:r>
              <a:rPr dirty="0" sz="1300" spc="-95">
                <a:latin typeface="Comic Sans MS"/>
                <a:cs typeface="Comic Sans MS"/>
              </a:rPr>
              <a:t> leaders </a:t>
            </a:r>
            <a:r>
              <a:rPr dirty="0" sz="1300" spc="-55">
                <a:latin typeface="Comic Sans MS"/>
                <a:cs typeface="Comic Sans MS"/>
              </a:rPr>
              <a:t>in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70">
                <a:latin typeface="Comic Sans MS"/>
                <a:cs typeface="Comic Sans MS"/>
              </a:rPr>
              <a:t>streaming</a:t>
            </a:r>
            <a:endParaRPr sz="13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dirty="0" sz="1450" spc="-105" b="1">
                <a:latin typeface="Gill Sans MT"/>
                <a:cs typeface="Gill Sans MT"/>
              </a:rPr>
              <a:t>C</a:t>
            </a:r>
            <a:r>
              <a:rPr dirty="0" sz="1550" spc="-105" b="1">
                <a:latin typeface="Gill Sans MT"/>
                <a:cs typeface="Gill Sans MT"/>
              </a:rPr>
              <a:t>a</a:t>
            </a:r>
            <a:r>
              <a:rPr dirty="0" sz="1450" spc="-105" b="1">
                <a:latin typeface="Trebuchet MS"/>
                <a:cs typeface="Trebuchet MS"/>
              </a:rPr>
              <a:t>ll</a:t>
            </a:r>
            <a:r>
              <a:rPr dirty="0" sz="1450" spc="-175" b="1">
                <a:latin typeface="Trebuchet MS"/>
                <a:cs typeface="Trebuchet MS"/>
              </a:rPr>
              <a:t> </a:t>
            </a:r>
            <a:r>
              <a:rPr dirty="0" sz="1450" spc="-50" b="1">
                <a:latin typeface="Trebuchet MS"/>
                <a:cs typeface="Trebuchet MS"/>
              </a:rPr>
              <a:t>to</a:t>
            </a:r>
            <a:r>
              <a:rPr dirty="0" sz="1450" spc="-17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Gill Sans MT"/>
                <a:cs typeface="Gill Sans MT"/>
              </a:rPr>
              <a:t>A</a:t>
            </a:r>
            <a:r>
              <a:rPr dirty="0" sz="1550" spc="-10" b="1">
                <a:latin typeface="Gill Sans MT"/>
                <a:cs typeface="Gill Sans MT"/>
              </a:rPr>
              <a:t>c</a:t>
            </a:r>
            <a:r>
              <a:rPr dirty="0" sz="1450" spc="-10" b="1">
                <a:latin typeface="Trebuchet MS"/>
                <a:cs typeface="Trebuchet MS"/>
              </a:rPr>
              <a:t>t</a:t>
            </a:r>
            <a:r>
              <a:rPr dirty="0" sz="1550" spc="-10" b="1">
                <a:latin typeface="Gill Sans MT"/>
                <a:cs typeface="Gill Sans MT"/>
              </a:rPr>
              <a:t>i</a:t>
            </a:r>
            <a:r>
              <a:rPr dirty="0" sz="1450" spc="-10" b="1">
                <a:latin typeface="Trebuchet MS"/>
                <a:cs typeface="Trebuchet MS"/>
              </a:rPr>
              <a:t>on</a:t>
            </a:r>
            <a:endParaRPr sz="1450">
              <a:latin typeface="Trebuchet MS"/>
              <a:cs typeface="Trebuchet MS"/>
            </a:endParaRPr>
          </a:p>
          <a:p>
            <a:pPr marL="13335" marR="5080">
              <a:lnSpc>
                <a:spcPct val="125000"/>
              </a:lnSpc>
              <a:spcBef>
                <a:spcPts val="625"/>
              </a:spcBef>
            </a:pPr>
            <a:r>
              <a:rPr dirty="0" sz="1300" spc="-85">
                <a:latin typeface="Comic Sans MS"/>
                <a:cs typeface="Comic Sans MS"/>
              </a:rPr>
              <a:t>Approve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25">
                <a:latin typeface="Comic Sans MS"/>
                <a:cs typeface="Comic Sans MS"/>
              </a:rPr>
              <a:t>the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90">
                <a:latin typeface="Comic Sans MS"/>
                <a:cs typeface="Comic Sans MS"/>
              </a:rPr>
              <a:t>pilot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80">
                <a:latin typeface="Comic Sans MS"/>
                <a:cs typeface="Comic Sans MS"/>
              </a:rPr>
              <a:t>program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to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60">
                <a:latin typeface="Comic Sans MS"/>
                <a:cs typeface="Comic Sans MS"/>
              </a:rPr>
              <a:t>begin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90">
                <a:latin typeface="Comic Sans MS"/>
                <a:cs typeface="Comic Sans MS"/>
              </a:rPr>
              <a:t>immediately.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250" spc="-150">
                <a:latin typeface="Comic Sans MS"/>
                <a:cs typeface="Comic Sans MS"/>
              </a:rPr>
              <a:t>W</a:t>
            </a:r>
            <a:r>
              <a:rPr dirty="0" sz="1300" spc="-150">
                <a:latin typeface="Comic Sans MS"/>
                <a:cs typeface="Comic Sans MS"/>
              </a:rPr>
              <a:t>ith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105">
                <a:latin typeface="Comic Sans MS"/>
                <a:cs typeface="Comic Sans MS"/>
              </a:rPr>
              <a:t>executive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65">
                <a:latin typeface="Comic Sans MS"/>
                <a:cs typeface="Comic Sans MS"/>
              </a:rPr>
              <a:t>sponsorship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40">
                <a:latin typeface="Comic Sans MS"/>
                <a:cs typeface="Comic Sans MS"/>
              </a:rPr>
              <a:t>and</a:t>
            </a:r>
            <a:r>
              <a:rPr dirty="0" sz="1300" spc="-85">
                <a:latin typeface="Comic Sans MS"/>
                <a:cs typeface="Comic Sans MS"/>
              </a:rPr>
              <a:t> cross-</a:t>
            </a:r>
            <a:r>
              <a:rPr dirty="0" sz="1300" spc="-10">
                <a:latin typeface="Comic Sans MS"/>
                <a:cs typeface="Comic Sans MS"/>
              </a:rPr>
              <a:t>functional </a:t>
            </a:r>
            <a:r>
              <a:rPr dirty="0" sz="1300" spc="-75">
                <a:latin typeface="Comic Sans MS"/>
                <a:cs typeface="Comic Sans MS"/>
              </a:rPr>
              <a:t>support,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45">
                <a:latin typeface="Comic Sans MS"/>
                <a:cs typeface="Comic Sans MS"/>
              </a:rPr>
              <a:t>we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30">
                <a:latin typeface="Comic Sans MS"/>
                <a:cs typeface="Comic Sans MS"/>
              </a:rPr>
              <a:t>can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25">
                <a:latin typeface="Comic Sans MS"/>
                <a:cs typeface="Comic Sans MS"/>
              </a:rPr>
              <a:t>transform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229">
                <a:latin typeface="Comic Sans MS"/>
                <a:cs typeface="Comic Sans MS"/>
              </a:rPr>
              <a:t>QA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35">
                <a:latin typeface="Comic Sans MS"/>
                <a:cs typeface="Comic Sans MS"/>
              </a:rPr>
              <a:t>from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80">
                <a:latin typeface="Comic Sans MS"/>
                <a:cs typeface="Comic Sans MS"/>
              </a:rPr>
              <a:t>our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largest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testing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80">
                <a:latin typeface="Comic Sans MS"/>
                <a:cs typeface="Comic Sans MS"/>
              </a:rPr>
              <a:t>expense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to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80">
                <a:latin typeface="Comic Sans MS"/>
                <a:cs typeface="Comic Sans MS"/>
              </a:rPr>
              <a:t>our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25">
                <a:latin typeface="Comic Sans MS"/>
                <a:cs typeface="Comic Sans MS"/>
              </a:rPr>
              <a:t>greatest</a:t>
            </a:r>
            <a:r>
              <a:rPr dirty="0" sz="1300" spc="-90">
                <a:latin typeface="Comic Sans MS"/>
                <a:cs typeface="Comic Sans MS"/>
              </a:rPr>
              <a:t> competitive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20">
                <a:latin typeface="Comic Sans MS"/>
                <a:cs typeface="Comic Sans MS"/>
              </a:rPr>
              <a:t>advantage.</a:t>
            </a:r>
            <a:endParaRPr sz="13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1015"/>
              </a:spcBef>
            </a:pPr>
            <a:endParaRPr sz="1200">
              <a:latin typeface="Comic Sans MS"/>
              <a:cs typeface="Comic Sans MS"/>
            </a:endParaRPr>
          </a:p>
          <a:p>
            <a:pPr marL="14604">
              <a:lnSpc>
                <a:spcPct val="100000"/>
              </a:lnSpc>
              <a:spcBef>
                <a:spcPts val="5"/>
              </a:spcBef>
            </a:pPr>
            <a:r>
              <a:rPr dirty="0" sz="1900" spc="-10" b="1">
                <a:latin typeface="Trebuchet MS"/>
                <a:cs typeface="Trebuchet MS"/>
              </a:rPr>
              <a:t>QA</a:t>
            </a:r>
            <a:r>
              <a:rPr dirty="0" sz="1900" spc="-190" b="1">
                <a:latin typeface="Trebuchet MS"/>
                <a:cs typeface="Trebuchet MS"/>
              </a:rPr>
              <a:t> </a:t>
            </a:r>
            <a:r>
              <a:rPr dirty="0" sz="1900" spc="-105" b="1">
                <a:latin typeface="Trebuchet MS"/>
                <a:cs typeface="Trebuchet MS"/>
              </a:rPr>
              <a:t>Tr</a:t>
            </a:r>
            <a:r>
              <a:rPr dirty="0" sz="2000" spc="-105" b="1">
                <a:latin typeface="Trebuchet MS"/>
                <a:cs typeface="Trebuchet MS"/>
              </a:rPr>
              <a:t>a</a:t>
            </a:r>
            <a:r>
              <a:rPr dirty="0" sz="1900" spc="-105" b="1">
                <a:latin typeface="Trebuchet MS"/>
                <a:cs typeface="Trebuchet MS"/>
              </a:rPr>
              <a:t>ns</a:t>
            </a:r>
            <a:r>
              <a:rPr dirty="0" sz="2000" spc="-105" b="1">
                <a:latin typeface="Trebuchet MS"/>
                <a:cs typeface="Trebuchet MS"/>
              </a:rPr>
              <a:t>f</a:t>
            </a:r>
            <a:r>
              <a:rPr dirty="0" sz="1900" spc="-105" b="1">
                <a:latin typeface="Trebuchet MS"/>
                <a:cs typeface="Trebuchet MS"/>
              </a:rPr>
              <a:t>orm</a:t>
            </a:r>
            <a:r>
              <a:rPr dirty="0" sz="2000" spc="-105" b="1">
                <a:latin typeface="Trebuchet MS"/>
                <a:cs typeface="Trebuchet MS"/>
              </a:rPr>
              <a:t>a</a:t>
            </a:r>
            <a:r>
              <a:rPr dirty="0" sz="1900" spc="-105" b="1">
                <a:latin typeface="Trebuchet MS"/>
                <a:cs typeface="Trebuchet MS"/>
              </a:rPr>
              <a:t>t</a:t>
            </a:r>
            <a:r>
              <a:rPr dirty="0" sz="2000" spc="-105" b="1">
                <a:latin typeface="Trebuchet MS"/>
                <a:cs typeface="Trebuchet MS"/>
              </a:rPr>
              <a:t>i</a:t>
            </a:r>
            <a:r>
              <a:rPr dirty="0" sz="1900" spc="-105" b="1">
                <a:latin typeface="Trebuchet MS"/>
                <a:cs typeface="Trebuchet MS"/>
              </a:rPr>
              <a:t>on</a:t>
            </a:r>
            <a:r>
              <a:rPr dirty="0" sz="1900" spc="-185" b="1">
                <a:latin typeface="Trebuchet MS"/>
                <a:cs typeface="Trebuchet MS"/>
              </a:rPr>
              <a:t> </a:t>
            </a:r>
            <a:r>
              <a:rPr dirty="0" sz="1900" spc="-95" b="1">
                <a:latin typeface="Trebuchet MS"/>
                <a:cs typeface="Trebuchet MS"/>
              </a:rPr>
              <a:t>P</a:t>
            </a:r>
            <a:r>
              <a:rPr dirty="0" sz="2000" spc="-95" b="1">
                <a:latin typeface="Trebuchet MS"/>
                <a:cs typeface="Trebuchet MS"/>
              </a:rPr>
              <a:t>i</a:t>
            </a:r>
            <a:r>
              <a:rPr dirty="0" sz="1900" spc="-95" b="1">
                <a:latin typeface="Trebuchet MS"/>
                <a:cs typeface="Trebuchet MS"/>
              </a:rPr>
              <a:t>lot</a:t>
            </a:r>
            <a:r>
              <a:rPr dirty="0" sz="1900" spc="-190" b="1">
                <a:latin typeface="Trebuchet MS"/>
                <a:cs typeface="Trebuchet MS"/>
              </a:rPr>
              <a:t> </a:t>
            </a:r>
            <a:r>
              <a:rPr dirty="0" sz="1900" spc="-10" b="1">
                <a:latin typeface="Trebuchet MS"/>
                <a:cs typeface="Trebuchet MS"/>
              </a:rPr>
              <a:t>Propos</a:t>
            </a:r>
            <a:r>
              <a:rPr dirty="0" sz="2000" spc="-10" b="1">
                <a:latin typeface="Trebuchet MS"/>
                <a:cs typeface="Trebuchet MS"/>
              </a:rPr>
              <a:t>a</a:t>
            </a:r>
            <a:r>
              <a:rPr dirty="0" sz="1900" spc="-10" b="1">
                <a:latin typeface="Trebuchet MS"/>
                <a:cs typeface="Trebuchet MS"/>
              </a:rPr>
              <a:t>l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1600" spc="-114" b="1">
                <a:latin typeface="Gill Sans MT"/>
                <a:cs typeface="Gill Sans MT"/>
              </a:rPr>
              <a:t>I</a:t>
            </a:r>
            <a:r>
              <a:rPr dirty="0" sz="1650" spc="-114" b="1">
                <a:latin typeface="Trebuchet MS"/>
                <a:cs typeface="Trebuchet MS"/>
              </a:rPr>
              <a:t>nt</a:t>
            </a:r>
            <a:r>
              <a:rPr dirty="0" sz="1700" spc="-114" b="1">
                <a:latin typeface="Trebuchet MS"/>
                <a:cs typeface="Trebuchet MS"/>
              </a:rPr>
              <a:t>e</a:t>
            </a:r>
            <a:r>
              <a:rPr dirty="0" sz="1650" spc="-114" b="1">
                <a:latin typeface="Trebuchet MS"/>
                <a:cs typeface="Trebuchet MS"/>
              </a:rPr>
              <a:t>ll</a:t>
            </a:r>
            <a:r>
              <a:rPr dirty="0" sz="1700" spc="-114" b="1">
                <a:latin typeface="Trebuchet MS"/>
                <a:cs typeface="Trebuchet MS"/>
              </a:rPr>
              <a:t>ige</a:t>
            </a:r>
            <a:r>
              <a:rPr dirty="0" sz="1650" spc="-114" b="1">
                <a:latin typeface="Trebuchet MS"/>
                <a:cs typeface="Trebuchet MS"/>
              </a:rPr>
              <a:t>nt</a:t>
            </a:r>
            <a:r>
              <a:rPr dirty="0" sz="1650" spc="-195" b="1">
                <a:latin typeface="Trebuchet MS"/>
                <a:cs typeface="Trebuchet MS"/>
              </a:rPr>
              <a:t> </a:t>
            </a:r>
            <a:r>
              <a:rPr dirty="0" sz="1600" spc="-135" b="1">
                <a:latin typeface="Gill Sans MT"/>
                <a:cs typeface="Gill Sans MT"/>
              </a:rPr>
              <a:t>Q</a:t>
            </a:r>
            <a:r>
              <a:rPr dirty="0" sz="1650" spc="-135" b="1">
                <a:latin typeface="Trebuchet MS"/>
                <a:cs typeface="Trebuchet MS"/>
              </a:rPr>
              <a:t>u</a:t>
            </a:r>
            <a:r>
              <a:rPr dirty="0" sz="1700" spc="-135" b="1">
                <a:latin typeface="Trebuchet MS"/>
                <a:cs typeface="Trebuchet MS"/>
              </a:rPr>
              <a:t>a</a:t>
            </a:r>
            <a:r>
              <a:rPr dirty="0" sz="1650" spc="-135" b="1">
                <a:latin typeface="Trebuchet MS"/>
                <a:cs typeface="Trebuchet MS"/>
              </a:rPr>
              <a:t>l</a:t>
            </a:r>
            <a:r>
              <a:rPr dirty="0" sz="1700" spc="-135" b="1">
                <a:latin typeface="Trebuchet MS"/>
                <a:cs typeface="Trebuchet MS"/>
              </a:rPr>
              <a:t>i</a:t>
            </a:r>
            <a:r>
              <a:rPr dirty="0" sz="1650" spc="-135" b="1">
                <a:latin typeface="Trebuchet MS"/>
                <a:cs typeface="Trebuchet MS"/>
              </a:rPr>
              <a:t>ty</a:t>
            </a:r>
            <a:r>
              <a:rPr dirty="0" sz="1650" spc="-180" b="1">
                <a:latin typeface="Trebuchet MS"/>
                <a:cs typeface="Trebuchet MS"/>
              </a:rPr>
              <a:t> </a:t>
            </a:r>
            <a:r>
              <a:rPr dirty="0" sz="1600" spc="-90" b="1">
                <a:latin typeface="Gill Sans MT"/>
                <a:cs typeface="Gill Sans MT"/>
              </a:rPr>
              <a:t>A</a:t>
            </a:r>
            <a:r>
              <a:rPr dirty="0" sz="1650" spc="-90" b="1">
                <a:latin typeface="Trebuchet MS"/>
                <a:cs typeface="Trebuchet MS"/>
              </a:rPr>
              <a:t>ssur</a:t>
            </a:r>
            <a:r>
              <a:rPr dirty="0" sz="1700" spc="-90" b="1">
                <a:latin typeface="Trebuchet MS"/>
                <a:cs typeface="Trebuchet MS"/>
              </a:rPr>
              <a:t>a</a:t>
            </a:r>
            <a:r>
              <a:rPr dirty="0" sz="1650" spc="-90" b="1">
                <a:latin typeface="Trebuchet MS"/>
                <a:cs typeface="Trebuchet MS"/>
              </a:rPr>
              <a:t>n</a:t>
            </a:r>
            <a:r>
              <a:rPr dirty="0" sz="1700" spc="-90" b="1">
                <a:latin typeface="Trebuchet MS"/>
                <a:cs typeface="Trebuchet MS"/>
              </a:rPr>
              <a:t>ce</a:t>
            </a:r>
            <a:r>
              <a:rPr dirty="0" sz="1700" spc="-204" b="1">
                <a:latin typeface="Trebuchet MS"/>
                <a:cs typeface="Trebuchet MS"/>
              </a:rPr>
              <a:t> </a:t>
            </a:r>
            <a:r>
              <a:rPr dirty="0" sz="1600" spc="-114" b="1">
                <a:latin typeface="Gill Sans MT"/>
                <a:cs typeface="Gill Sans MT"/>
              </a:rPr>
              <a:t>P</a:t>
            </a:r>
            <a:r>
              <a:rPr dirty="0" sz="1700" spc="-114" b="1">
                <a:latin typeface="Trebuchet MS"/>
                <a:cs typeface="Trebuchet MS"/>
              </a:rPr>
              <a:t>i</a:t>
            </a:r>
            <a:r>
              <a:rPr dirty="0" sz="1650" spc="-114" b="1">
                <a:latin typeface="Trebuchet MS"/>
                <a:cs typeface="Trebuchet MS"/>
              </a:rPr>
              <a:t>lot</a:t>
            </a:r>
            <a:r>
              <a:rPr dirty="0" sz="1650" spc="-195" b="1">
                <a:latin typeface="Trebuchet MS"/>
                <a:cs typeface="Trebuchet MS"/>
              </a:rPr>
              <a:t> </a:t>
            </a:r>
            <a:r>
              <a:rPr dirty="0" sz="1600" spc="-10" b="1">
                <a:latin typeface="Gill Sans MT"/>
                <a:cs typeface="Gill Sans MT"/>
              </a:rPr>
              <a:t>P</a:t>
            </a:r>
            <a:r>
              <a:rPr dirty="0" sz="1650" spc="-10" b="1">
                <a:latin typeface="Trebuchet MS"/>
                <a:cs typeface="Trebuchet MS"/>
              </a:rPr>
              <a:t>ro</a:t>
            </a:r>
            <a:r>
              <a:rPr dirty="0" sz="1700" spc="-10" b="1">
                <a:latin typeface="Trebuchet MS"/>
                <a:cs typeface="Trebuchet MS"/>
              </a:rPr>
              <a:t>g</a:t>
            </a:r>
            <a:r>
              <a:rPr dirty="0" sz="1650" spc="-10" b="1">
                <a:latin typeface="Trebuchet MS"/>
                <a:cs typeface="Trebuchet MS"/>
              </a:rPr>
              <a:t>r</a:t>
            </a:r>
            <a:r>
              <a:rPr dirty="0" sz="1700" spc="-10" b="1">
                <a:latin typeface="Trebuchet MS"/>
                <a:cs typeface="Trebuchet MS"/>
              </a:rPr>
              <a:t>a</a:t>
            </a:r>
            <a:r>
              <a:rPr dirty="0" sz="1650" spc="-10" b="1">
                <a:latin typeface="Trebuchet MS"/>
                <a:cs typeface="Trebuchet MS"/>
              </a:rPr>
              <a:t>m</a:t>
            </a:r>
            <a:endParaRPr sz="1650">
              <a:latin typeface="Trebuchet MS"/>
              <a:cs typeface="Trebuchet MS"/>
            </a:endParaRPr>
          </a:p>
          <a:p>
            <a:pPr marL="13335" marR="3627120">
              <a:lnSpc>
                <a:spcPct val="120400"/>
              </a:lnSpc>
              <a:spcBef>
                <a:spcPts val="830"/>
              </a:spcBef>
            </a:pPr>
            <a:r>
              <a:rPr dirty="0" sz="1300" spc="-70" b="1">
                <a:latin typeface="Comic Sans MS"/>
                <a:cs typeface="Comic Sans MS"/>
              </a:rPr>
              <a:t>Dur</a:t>
            </a:r>
            <a:r>
              <a:rPr dirty="0" sz="1350" spc="-70" b="1">
                <a:latin typeface="Comic Sans MS"/>
                <a:cs typeface="Comic Sans MS"/>
              </a:rPr>
              <a:t>a</a:t>
            </a:r>
            <a:r>
              <a:rPr dirty="0" sz="1300" spc="-70" b="1">
                <a:latin typeface="Comic Sans MS"/>
                <a:cs typeface="Comic Sans MS"/>
              </a:rPr>
              <a:t>t</a:t>
            </a:r>
            <a:r>
              <a:rPr dirty="0" sz="1350" spc="-70" b="1">
                <a:latin typeface="Comic Sans MS"/>
                <a:cs typeface="Comic Sans MS"/>
              </a:rPr>
              <a:t>i</a:t>
            </a:r>
            <a:r>
              <a:rPr dirty="0" sz="1300" spc="-70" b="1">
                <a:latin typeface="Comic Sans MS"/>
                <a:cs typeface="Comic Sans MS"/>
              </a:rPr>
              <a:t>on</a:t>
            </a:r>
            <a:r>
              <a:rPr dirty="0" sz="1300" spc="-70">
                <a:latin typeface="Comic Sans MS"/>
                <a:cs typeface="Comic Sans MS"/>
              </a:rPr>
              <a:t>: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45">
                <a:latin typeface="Comic Sans MS"/>
                <a:cs typeface="Comic Sans MS"/>
              </a:rPr>
              <a:t>6</a:t>
            </a:r>
            <a:r>
              <a:rPr dirty="0" sz="1300" spc="-95">
                <a:latin typeface="Comic Sans MS"/>
                <a:cs typeface="Comic Sans MS"/>
              </a:rPr>
              <a:t> Months </a:t>
            </a:r>
            <a:r>
              <a:rPr dirty="0" sz="1300" spc="-85">
                <a:latin typeface="Comic Sans MS"/>
                <a:cs typeface="Comic Sans MS"/>
              </a:rPr>
              <a:t>(24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250" spc="-114">
                <a:latin typeface="Comic Sans MS"/>
                <a:cs typeface="Comic Sans MS"/>
              </a:rPr>
              <a:t>W</a:t>
            </a:r>
            <a:r>
              <a:rPr dirty="0" sz="1300" spc="-114">
                <a:latin typeface="Comic Sans MS"/>
                <a:cs typeface="Comic Sans MS"/>
              </a:rPr>
              <a:t>eeks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35">
                <a:latin typeface="Comic Sans MS"/>
                <a:cs typeface="Comic Sans MS"/>
              </a:rPr>
              <a:t>from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75">
                <a:latin typeface="Comic Sans MS"/>
                <a:cs typeface="Comic Sans MS"/>
              </a:rPr>
              <a:t>Start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60">
                <a:latin typeface="Comic Sans MS"/>
                <a:cs typeface="Comic Sans MS"/>
              </a:rPr>
              <a:t>Date) </a:t>
            </a:r>
            <a:r>
              <a:rPr dirty="0" sz="1300" spc="-85" b="1">
                <a:latin typeface="Comic Sans MS"/>
                <a:cs typeface="Comic Sans MS"/>
              </a:rPr>
              <a:t>Inv</a:t>
            </a:r>
            <a:r>
              <a:rPr dirty="0" sz="1350" spc="-85" b="1">
                <a:latin typeface="Comic Sans MS"/>
                <a:cs typeface="Comic Sans MS"/>
              </a:rPr>
              <a:t>e</a:t>
            </a:r>
            <a:r>
              <a:rPr dirty="0" sz="1300" spc="-85" b="1">
                <a:latin typeface="Comic Sans MS"/>
                <a:cs typeface="Comic Sans MS"/>
              </a:rPr>
              <a:t>stm</a:t>
            </a:r>
            <a:r>
              <a:rPr dirty="0" sz="1350" spc="-85" b="1">
                <a:latin typeface="Comic Sans MS"/>
                <a:cs typeface="Comic Sans MS"/>
              </a:rPr>
              <a:t>e</a:t>
            </a:r>
            <a:r>
              <a:rPr dirty="0" sz="1300" spc="-85" b="1">
                <a:latin typeface="Comic Sans MS"/>
                <a:cs typeface="Comic Sans MS"/>
              </a:rPr>
              <a:t>nt</a:t>
            </a:r>
            <a:r>
              <a:rPr dirty="0" sz="1300" spc="-85">
                <a:latin typeface="Comic Sans MS"/>
                <a:cs typeface="Comic Sans MS"/>
              </a:rPr>
              <a:t>:</a:t>
            </a:r>
            <a:r>
              <a:rPr dirty="0" sz="1300" spc="-35">
                <a:latin typeface="Comic Sans MS"/>
                <a:cs typeface="Comic Sans MS"/>
              </a:rPr>
              <a:t> </a:t>
            </a:r>
            <a:r>
              <a:rPr dirty="0" sz="1350" spc="-10">
                <a:latin typeface="Lucida Sans"/>
                <a:cs typeface="Lucida Sans"/>
              </a:rPr>
              <a:t>$</a:t>
            </a:r>
            <a:r>
              <a:rPr dirty="0" sz="1300" spc="-10">
                <a:latin typeface="Comic Sans MS"/>
                <a:cs typeface="Comic Sans MS"/>
              </a:rPr>
              <a:t>500,000</a:t>
            </a:r>
            <a:endParaRPr sz="1300">
              <a:latin typeface="Comic Sans MS"/>
              <a:cs typeface="Comic Sans MS"/>
            </a:endParaRPr>
          </a:p>
          <a:p>
            <a:pPr marL="13335">
              <a:lnSpc>
                <a:spcPct val="100000"/>
              </a:lnSpc>
              <a:spcBef>
                <a:spcPts val="405"/>
              </a:spcBef>
            </a:pPr>
            <a:r>
              <a:rPr dirty="0" sz="1300" spc="-80" b="1">
                <a:latin typeface="Comic Sans MS"/>
                <a:cs typeface="Comic Sans MS"/>
              </a:rPr>
              <a:t>Exp</a:t>
            </a:r>
            <a:r>
              <a:rPr dirty="0" sz="1350" spc="-80" b="1">
                <a:latin typeface="Comic Sans MS"/>
                <a:cs typeface="Comic Sans MS"/>
              </a:rPr>
              <a:t>ec</a:t>
            </a:r>
            <a:r>
              <a:rPr dirty="0" sz="1300" spc="-80" b="1">
                <a:latin typeface="Comic Sans MS"/>
                <a:cs typeface="Comic Sans MS"/>
              </a:rPr>
              <a:t>t</a:t>
            </a:r>
            <a:r>
              <a:rPr dirty="0" sz="1350" spc="-80" b="1">
                <a:latin typeface="Comic Sans MS"/>
                <a:cs typeface="Comic Sans MS"/>
              </a:rPr>
              <a:t>ed</a:t>
            </a:r>
            <a:r>
              <a:rPr dirty="0" sz="1350" spc="-325" b="1">
                <a:latin typeface="Comic Sans MS"/>
                <a:cs typeface="Comic Sans MS"/>
              </a:rPr>
              <a:t> </a:t>
            </a:r>
            <a:r>
              <a:rPr dirty="0" sz="1300" spc="-160" b="1">
                <a:latin typeface="Comic Sans MS"/>
                <a:cs typeface="Comic Sans MS"/>
              </a:rPr>
              <a:t>ROI</a:t>
            </a:r>
            <a:r>
              <a:rPr dirty="0" sz="1300" spc="-160">
                <a:latin typeface="Comic Sans MS"/>
                <a:cs typeface="Comic Sans MS"/>
              </a:rPr>
              <a:t>: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80">
                <a:latin typeface="Comic Sans MS"/>
                <a:cs typeface="Comic Sans MS"/>
              </a:rPr>
              <a:t>400</a:t>
            </a:r>
            <a:r>
              <a:rPr dirty="0" sz="1250" spc="-80">
                <a:latin typeface="Bodoni MT"/>
                <a:cs typeface="Bodoni MT"/>
              </a:rPr>
              <a:t>%</a:t>
            </a:r>
            <a:r>
              <a:rPr dirty="0" sz="1250" spc="-10">
                <a:latin typeface="Bodoni MT"/>
                <a:cs typeface="Bodoni MT"/>
              </a:rPr>
              <a:t> </a:t>
            </a:r>
            <a:r>
              <a:rPr dirty="0" sz="1300" spc="-85">
                <a:latin typeface="Comic Sans MS"/>
                <a:cs typeface="Comic Sans MS"/>
              </a:rPr>
              <a:t>(24-</a:t>
            </a:r>
            <a:r>
              <a:rPr dirty="0" sz="1300" spc="-75">
                <a:latin typeface="Comic Sans MS"/>
                <a:cs typeface="Comic Sans MS"/>
              </a:rPr>
              <a:t>month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calculation)</a:t>
            </a:r>
            <a:endParaRPr sz="1300">
              <a:latin typeface="Comic Sans MS"/>
              <a:cs typeface="Comic Sans MS"/>
            </a:endParaRPr>
          </a:p>
          <a:p>
            <a:pPr marL="13335">
              <a:lnSpc>
                <a:spcPct val="100000"/>
              </a:lnSpc>
              <a:spcBef>
                <a:spcPts val="330"/>
              </a:spcBef>
            </a:pPr>
            <a:r>
              <a:rPr dirty="0" sz="1300" spc="-40" b="1">
                <a:latin typeface="Comic Sans MS"/>
                <a:cs typeface="Comic Sans MS"/>
              </a:rPr>
              <a:t>P</a:t>
            </a:r>
            <a:r>
              <a:rPr dirty="0" sz="1350" spc="-40" b="1">
                <a:latin typeface="Comic Sans MS"/>
                <a:cs typeface="Comic Sans MS"/>
              </a:rPr>
              <a:t>i</a:t>
            </a:r>
            <a:r>
              <a:rPr dirty="0" sz="1300" spc="-40" b="1">
                <a:latin typeface="Comic Sans MS"/>
                <a:cs typeface="Comic Sans MS"/>
              </a:rPr>
              <a:t>lot</a:t>
            </a:r>
            <a:r>
              <a:rPr dirty="0" sz="1300" spc="-295" b="1">
                <a:latin typeface="Comic Sans MS"/>
                <a:cs typeface="Comic Sans MS"/>
              </a:rPr>
              <a:t> </a:t>
            </a:r>
            <a:r>
              <a:rPr dirty="0" sz="1300" spc="-50" b="1">
                <a:latin typeface="Comic Sans MS"/>
                <a:cs typeface="Comic Sans MS"/>
              </a:rPr>
              <a:t>Appl</a:t>
            </a:r>
            <a:r>
              <a:rPr dirty="0" sz="1350" spc="-50" b="1">
                <a:latin typeface="Comic Sans MS"/>
                <a:cs typeface="Comic Sans MS"/>
              </a:rPr>
              <a:t>ica</a:t>
            </a:r>
            <a:r>
              <a:rPr dirty="0" sz="1300" spc="-50" b="1">
                <a:latin typeface="Comic Sans MS"/>
                <a:cs typeface="Comic Sans MS"/>
              </a:rPr>
              <a:t>t</a:t>
            </a:r>
            <a:r>
              <a:rPr dirty="0" sz="1350" spc="-50" b="1">
                <a:latin typeface="Comic Sans MS"/>
                <a:cs typeface="Comic Sans MS"/>
              </a:rPr>
              <a:t>i</a:t>
            </a:r>
            <a:r>
              <a:rPr dirty="0" sz="1300" spc="-50" b="1">
                <a:latin typeface="Comic Sans MS"/>
                <a:cs typeface="Comic Sans MS"/>
              </a:rPr>
              <a:t>on</a:t>
            </a:r>
            <a:r>
              <a:rPr dirty="0" sz="1300" spc="-50">
                <a:latin typeface="Comic Sans MS"/>
                <a:cs typeface="Comic Sans MS"/>
              </a:rPr>
              <a:t>: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90">
                <a:latin typeface="Comic Sans MS"/>
                <a:cs typeface="Comic Sans MS"/>
              </a:rPr>
              <a:t>Mobile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Streaming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55">
                <a:latin typeface="Comic Sans MS"/>
                <a:cs typeface="Comic Sans MS"/>
              </a:rPr>
              <a:t>App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50">
                <a:latin typeface="Comic Sans MS"/>
                <a:cs typeface="Comic Sans MS"/>
              </a:rPr>
              <a:t>(iOS/Android)</a:t>
            </a:r>
            <a:endParaRPr sz="13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630"/>
              </a:spcBef>
            </a:pPr>
            <a:r>
              <a:rPr dirty="0" sz="1450" spc="-95" b="1">
                <a:latin typeface="Gill Sans MT"/>
                <a:cs typeface="Gill Sans MT"/>
              </a:rPr>
              <a:t>E</a:t>
            </a:r>
            <a:r>
              <a:rPr dirty="0" sz="1450" spc="-95" b="1">
                <a:latin typeface="Trebuchet MS"/>
                <a:cs typeface="Trebuchet MS"/>
              </a:rPr>
              <a:t>x</a:t>
            </a:r>
            <a:r>
              <a:rPr dirty="0" sz="1550" spc="-95" b="1">
                <a:latin typeface="Gill Sans MT"/>
                <a:cs typeface="Gill Sans MT"/>
              </a:rPr>
              <a:t>ec</a:t>
            </a:r>
            <a:r>
              <a:rPr dirty="0" sz="1450" spc="-95" b="1">
                <a:latin typeface="Trebuchet MS"/>
                <a:cs typeface="Trebuchet MS"/>
              </a:rPr>
              <a:t>ut</a:t>
            </a:r>
            <a:r>
              <a:rPr dirty="0" sz="1550" spc="-95" b="1">
                <a:latin typeface="Gill Sans MT"/>
                <a:cs typeface="Gill Sans MT"/>
              </a:rPr>
              <a:t>i</a:t>
            </a:r>
            <a:r>
              <a:rPr dirty="0" sz="1450" spc="-95" b="1">
                <a:latin typeface="Trebuchet MS"/>
                <a:cs typeface="Trebuchet MS"/>
              </a:rPr>
              <a:t>v</a:t>
            </a:r>
            <a:r>
              <a:rPr dirty="0" sz="1550" spc="-95" b="1">
                <a:latin typeface="Gill Sans MT"/>
                <a:cs typeface="Gill Sans MT"/>
              </a:rPr>
              <a:t>e</a:t>
            </a:r>
            <a:r>
              <a:rPr dirty="0" sz="1550" spc="-145" b="1">
                <a:latin typeface="Gill Sans MT"/>
                <a:cs typeface="Gill Sans MT"/>
              </a:rPr>
              <a:t> </a:t>
            </a:r>
            <a:r>
              <a:rPr dirty="0" sz="1450" spc="-10" b="1">
                <a:latin typeface="Gill Sans MT"/>
                <a:cs typeface="Gill Sans MT"/>
              </a:rPr>
              <a:t>S</a:t>
            </a:r>
            <a:r>
              <a:rPr dirty="0" sz="1450" spc="-10" b="1">
                <a:latin typeface="Trebuchet MS"/>
                <a:cs typeface="Trebuchet MS"/>
              </a:rPr>
              <a:t>umm</a:t>
            </a:r>
            <a:r>
              <a:rPr dirty="0" sz="1550" spc="-10" b="1">
                <a:latin typeface="Gill Sans MT"/>
                <a:cs typeface="Gill Sans MT"/>
              </a:rPr>
              <a:t>a</a:t>
            </a:r>
            <a:r>
              <a:rPr dirty="0" sz="1450" spc="-10" b="1">
                <a:latin typeface="Trebuchet MS"/>
                <a:cs typeface="Trebuchet MS"/>
              </a:rPr>
              <a:t>ry</a:t>
            </a:r>
            <a:endParaRPr sz="1450">
              <a:latin typeface="Trebuchet MS"/>
              <a:cs typeface="Trebuchet MS"/>
            </a:endParaRPr>
          </a:p>
          <a:p>
            <a:pPr marL="13335" marR="88265">
              <a:lnSpc>
                <a:spcPct val="123400"/>
              </a:lnSpc>
              <a:spcBef>
                <a:spcPts val="650"/>
              </a:spcBef>
            </a:pPr>
            <a:r>
              <a:rPr dirty="0" sz="1250" spc="-95">
                <a:latin typeface="Comic Sans MS"/>
                <a:cs typeface="Comic Sans MS"/>
              </a:rPr>
              <a:t>T</a:t>
            </a:r>
            <a:r>
              <a:rPr dirty="0" sz="1300" spc="-95">
                <a:latin typeface="Comic Sans MS"/>
                <a:cs typeface="Comic Sans MS"/>
              </a:rPr>
              <a:t>his </a:t>
            </a:r>
            <a:r>
              <a:rPr dirty="0" sz="1300" spc="-90">
                <a:latin typeface="Comic Sans MS"/>
                <a:cs typeface="Comic Sans MS"/>
              </a:rPr>
              <a:t>pilot </a:t>
            </a:r>
            <a:r>
              <a:rPr dirty="0" sz="1300" spc="-75">
                <a:latin typeface="Comic Sans MS"/>
                <a:cs typeface="Comic Sans MS"/>
              </a:rPr>
              <a:t>will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00">
                <a:latin typeface="Comic Sans MS"/>
                <a:cs typeface="Comic Sans MS"/>
              </a:rPr>
              <a:t>demonstrate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40">
                <a:latin typeface="Comic Sans MS"/>
                <a:cs typeface="Comic Sans MS"/>
              </a:rPr>
              <a:t>how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95">
                <a:latin typeface="Comic Sans MS"/>
                <a:cs typeface="Comic Sans MS"/>
              </a:rPr>
              <a:t>transitioning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35">
                <a:latin typeface="Comic Sans MS"/>
                <a:cs typeface="Comic Sans MS"/>
              </a:rPr>
              <a:t>from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00">
                <a:latin typeface="Comic Sans MS"/>
                <a:cs typeface="Comic Sans MS"/>
              </a:rPr>
              <a:t>exhaustive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70">
                <a:latin typeface="Comic Sans MS"/>
                <a:cs typeface="Comic Sans MS"/>
              </a:rPr>
              <a:t>device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testing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to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225">
                <a:latin typeface="Comic Sans MS"/>
                <a:cs typeface="Comic Sans MS"/>
              </a:rPr>
              <a:t>AI-</a:t>
            </a:r>
            <a:r>
              <a:rPr dirty="0" sz="1300" spc="-10">
                <a:latin typeface="Comic Sans MS"/>
                <a:cs typeface="Comic Sans MS"/>
              </a:rPr>
              <a:t>powered </a:t>
            </a:r>
            <a:r>
              <a:rPr dirty="0" sz="1300" spc="-100">
                <a:latin typeface="Comic Sans MS"/>
                <a:cs typeface="Comic Sans MS"/>
              </a:rPr>
              <a:t>observability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30">
                <a:latin typeface="Comic Sans MS"/>
                <a:cs typeface="Comic Sans MS"/>
              </a:rPr>
              <a:t>can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85">
                <a:latin typeface="Comic Sans MS"/>
                <a:cs typeface="Comic Sans MS"/>
              </a:rPr>
              <a:t>reduce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229">
                <a:latin typeface="Comic Sans MS"/>
                <a:cs typeface="Comic Sans MS"/>
              </a:rPr>
              <a:t>QA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80">
                <a:latin typeface="Comic Sans MS"/>
                <a:cs typeface="Comic Sans MS"/>
              </a:rPr>
              <a:t>costs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75">
                <a:latin typeface="Comic Sans MS"/>
                <a:cs typeface="Comic Sans MS"/>
              </a:rPr>
              <a:t>by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95">
                <a:latin typeface="Comic Sans MS"/>
                <a:cs typeface="Comic Sans MS"/>
              </a:rPr>
              <a:t>50</a:t>
            </a:r>
            <a:r>
              <a:rPr dirty="0" sz="1250" spc="-95">
                <a:latin typeface="Bodoni MT"/>
                <a:cs typeface="Bodoni MT"/>
              </a:rPr>
              <a:t>%</a:t>
            </a:r>
            <a:r>
              <a:rPr dirty="0" sz="1250" spc="-5">
                <a:latin typeface="Bodoni MT"/>
                <a:cs typeface="Bodoni MT"/>
              </a:rPr>
              <a:t> </a:t>
            </a:r>
            <a:r>
              <a:rPr dirty="0" sz="1300" spc="-80">
                <a:latin typeface="Comic Sans MS"/>
                <a:cs typeface="Comic Sans MS"/>
              </a:rPr>
              <a:t>while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70">
                <a:latin typeface="Comic Sans MS"/>
                <a:cs typeface="Comic Sans MS"/>
              </a:rPr>
              <a:t>improving</a:t>
            </a:r>
            <a:r>
              <a:rPr dirty="0" sz="1300" spc="-85">
                <a:latin typeface="Comic Sans MS"/>
                <a:cs typeface="Comic Sans MS"/>
              </a:rPr>
              <a:t> quality.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70">
                <a:latin typeface="Comic Sans MS"/>
                <a:cs typeface="Comic Sans MS"/>
              </a:rPr>
              <a:t>Success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75">
                <a:latin typeface="Comic Sans MS"/>
                <a:cs typeface="Comic Sans MS"/>
              </a:rPr>
              <a:t>will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150">
                <a:latin typeface="Comic Sans MS"/>
                <a:cs typeface="Comic Sans MS"/>
              </a:rPr>
              <a:t>justify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45">
                <a:latin typeface="Comic Sans MS"/>
                <a:cs typeface="Comic Sans MS"/>
              </a:rPr>
              <a:t>company-</a:t>
            </a:r>
            <a:r>
              <a:rPr dirty="0" sz="1300" spc="-20">
                <a:latin typeface="Comic Sans MS"/>
                <a:cs typeface="Comic Sans MS"/>
              </a:rPr>
              <a:t>wide </a:t>
            </a:r>
            <a:r>
              <a:rPr dirty="0" sz="1300" spc="-100">
                <a:latin typeface="Comic Sans MS"/>
                <a:cs typeface="Comic Sans MS"/>
              </a:rPr>
              <a:t>rollout </a:t>
            </a:r>
            <a:r>
              <a:rPr dirty="0" sz="1300" spc="-50">
                <a:latin typeface="Comic Sans MS"/>
                <a:cs typeface="Comic Sans MS"/>
              </a:rPr>
              <a:t>saving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50" spc="-75">
                <a:latin typeface="Lucida Sans"/>
                <a:cs typeface="Lucida Sans"/>
              </a:rPr>
              <a:t>$</a:t>
            </a:r>
            <a:r>
              <a:rPr dirty="0" sz="1300" spc="-75">
                <a:latin typeface="Comic Sans MS"/>
                <a:cs typeface="Comic Sans MS"/>
              </a:rPr>
              <a:t>5M+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annually.</a:t>
            </a:r>
            <a:endParaRPr sz="13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630"/>
              </a:spcBef>
            </a:pPr>
            <a:r>
              <a:rPr dirty="0" sz="1450" spc="-80" b="1">
                <a:latin typeface="Gill Sans MT"/>
                <a:cs typeface="Gill Sans MT"/>
              </a:rPr>
              <a:t>P</a:t>
            </a:r>
            <a:r>
              <a:rPr dirty="0" sz="1550" spc="-80" b="1">
                <a:latin typeface="Gill Sans MT"/>
                <a:cs typeface="Gill Sans MT"/>
              </a:rPr>
              <a:t>i</a:t>
            </a:r>
            <a:r>
              <a:rPr dirty="0" sz="1450" spc="-80" b="1">
                <a:latin typeface="Trebuchet MS"/>
                <a:cs typeface="Trebuchet MS"/>
              </a:rPr>
              <a:t>lot</a:t>
            </a:r>
            <a:r>
              <a:rPr dirty="0" sz="1450" spc="-16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Gill Sans MT"/>
                <a:cs typeface="Gill Sans MT"/>
              </a:rPr>
              <a:t>O</a:t>
            </a:r>
            <a:r>
              <a:rPr dirty="0" sz="1550" spc="-10" b="1">
                <a:latin typeface="Gill Sans MT"/>
                <a:cs typeface="Gill Sans MT"/>
              </a:rPr>
              <a:t>bjec</a:t>
            </a:r>
            <a:r>
              <a:rPr dirty="0" sz="1450" spc="-10" b="1">
                <a:latin typeface="Trebuchet MS"/>
                <a:cs typeface="Trebuchet MS"/>
              </a:rPr>
              <a:t>t</a:t>
            </a:r>
            <a:r>
              <a:rPr dirty="0" sz="1550" spc="-10" b="1">
                <a:latin typeface="Gill Sans MT"/>
                <a:cs typeface="Gill Sans MT"/>
              </a:rPr>
              <a:t>i</a:t>
            </a:r>
            <a:r>
              <a:rPr dirty="0" sz="1450" spc="-10" b="1">
                <a:latin typeface="Trebuchet MS"/>
                <a:cs typeface="Trebuchet MS"/>
              </a:rPr>
              <a:t>v</a:t>
            </a:r>
            <a:r>
              <a:rPr dirty="0" sz="1550" spc="-10" b="1">
                <a:latin typeface="Gill Sans MT"/>
                <a:cs typeface="Gill Sans MT"/>
              </a:rPr>
              <a:t>e</a:t>
            </a:r>
            <a:r>
              <a:rPr dirty="0" sz="1450" spc="-10" b="1">
                <a:latin typeface="Trebuchet MS"/>
                <a:cs typeface="Trebuchet MS"/>
              </a:rPr>
              <a:t>s</a:t>
            </a:r>
            <a:endParaRPr sz="1450">
              <a:latin typeface="Trebuchet MS"/>
              <a:cs typeface="Trebuchet MS"/>
            </a:endParaRPr>
          </a:p>
          <a:p>
            <a:pPr marL="279400" indent="-168275">
              <a:lnSpc>
                <a:spcPct val="100000"/>
              </a:lnSpc>
              <a:spcBef>
                <a:spcPts val="965"/>
              </a:spcBef>
              <a:buFont typeface="Comic Sans MS"/>
              <a:buAutoNum type="arabicPeriod"/>
              <a:tabLst>
                <a:tab pos="279400" algn="l"/>
              </a:tabLst>
            </a:pPr>
            <a:r>
              <a:rPr dirty="0" sz="1300" spc="-40" b="1">
                <a:latin typeface="Comic Sans MS"/>
                <a:cs typeface="Comic Sans MS"/>
              </a:rPr>
              <a:t>Prov</a:t>
            </a:r>
            <a:r>
              <a:rPr dirty="0" sz="1350" spc="-40" b="1">
                <a:latin typeface="Comic Sans MS"/>
                <a:cs typeface="Comic Sans MS"/>
              </a:rPr>
              <a:t>e</a:t>
            </a:r>
            <a:r>
              <a:rPr dirty="0" sz="1350" spc="-330" b="1">
                <a:latin typeface="Comic Sans MS"/>
                <a:cs typeface="Comic Sans MS"/>
              </a:rPr>
              <a:t> </a:t>
            </a:r>
            <a:r>
              <a:rPr dirty="0" sz="1350" spc="-40" b="1">
                <a:latin typeface="Comic Sans MS"/>
                <a:cs typeface="Comic Sans MS"/>
              </a:rPr>
              <a:t>c</a:t>
            </a:r>
            <a:r>
              <a:rPr dirty="0" sz="1300" spc="-40" b="1">
                <a:latin typeface="Comic Sans MS"/>
                <a:cs typeface="Comic Sans MS"/>
              </a:rPr>
              <a:t>ost</a:t>
            </a:r>
            <a:r>
              <a:rPr dirty="0" sz="1300" spc="-310" b="1">
                <a:latin typeface="Comic Sans MS"/>
                <a:cs typeface="Comic Sans MS"/>
              </a:rPr>
              <a:t> </a:t>
            </a:r>
            <a:r>
              <a:rPr dirty="0" sz="1300" spc="-60" b="1">
                <a:latin typeface="Comic Sans MS"/>
                <a:cs typeface="Comic Sans MS"/>
              </a:rPr>
              <a:t>r</a:t>
            </a:r>
            <a:r>
              <a:rPr dirty="0" sz="1350" spc="-60" b="1">
                <a:latin typeface="Comic Sans MS"/>
                <a:cs typeface="Comic Sans MS"/>
              </a:rPr>
              <a:t>ed</a:t>
            </a:r>
            <a:r>
              <a:rPr dirty="0" sz="1300" spc="-60" b="1">
                <a:latin typeface="Comic Sans MS"/>
                <a:cs typeface="Comic Sans MS"/>
              </a:rPr>
              <a:t>u</a:t>
            </a:r>
            <a:r>
              <a:rPr dirty="0" sz="1350" spc="-60" b="1">
                <a:latin typeface="Comic Sans MS"/>
                <a:cs typeface="Comic Sans MS"/>
              </a:rPr>
              <a:t>c</a:t>
            </a:r>
            <a:r>
              <a:rPr dirty="0" sz="1300" spc="-60" b="1">
                <a:latin typeface="Comic Sans MS"/>
                <a:cs typeface="Comic Sans MS"/>
              </a:rPr>
              <a:t>t</a:t>
            </a:r>
            <a:r>
              <a:rPr dirty="0" sz="1350" spc="-60" b="1">
                <a:latin typeface="Comic Sans MS"/>
                <a:cs typeface="Comic Sans MS"/>
              </a:rPr>
              <a:t>i</a:t>
            </a:r>
            <a:r>
              <a:rPr dirty="0" sz="1300" spc="-60" b="1">
                <a:latin typeface="Comic Sans MS"/>
                <a:cs typeface="Comic Sans MS"/>
              </a:rPr>
              <a:t>on</a:t>
            </a:r>
            <a:r>
              <a:rPr dirty="0" sz="1300" spc="-275" b="1">
                <a:latin typeface="Comic Sans MS"/>
                <a:cs typeface="Comic Sans MS"/>
              </a:rPr>
              <a:t> </a:t>
            </a:r>
            <a:r>
              <a:rPr dirty="0" sz="1300" spc="-130">
                <a:latin typeface="Comic Sans MS"/>
                <a:cs typeface="Comic Sans MS"/>
              </a:rPr>
              <a:t>of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20">
                <a:latin typeface="Comic Sans MS"/>
                <a:cs typeface="Comic Sans MS"/>
              </a:rPr>
              <a:t>at</a:t>
            </a:r>
            <a:r>
              <a:rPr dirty="0" sz="1300" spc="-100">
                <a:latin typeface="Comic Sans MS"/>
                <a:cs typeface="Comic Sans MS"/>
              </a:rPr>
              <a:t> least </a:t>
            </a:r>
            <a:r>
              <a:rPr dirty="0" sz="1300" spc="-95">
                <a:latin typeface="Comic Sans MS"/>
                <a:cs typeface="Comic Sans MS"/>
              </a:rPr>
              <a:t>50</a:t>
            </a:r>
            <a:r>
              <a:rPr dirty="0" sz="1250" spc="-95">
                <a:latin typeface="Bodoni MT"/>
                <a:cs typeface="Bodoni MT"/>
              </a:rPr>
              <a:t>%</a:t>
            </a:r>
            <a:r>
              <a:rPr dirty="0" sz="1250" spc="-20">
                <a:latin typeface="Bodoni MT"/>
                <a:cs typeface="Bodoni MT"/>
              </a:rPr>
              <a:t> </a:t>
            </a:r>
            <a:r>
              <a:rPr dirty="0" sz="1300" spc="-55">
                <a:latin typeface="Comic Sans MS"/>
                <a:cs typeface="Comic Sans MS"/>
              </a:rPr>
              <a:t>in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testing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50">
                <a:latin typeface="Comic Sans MS"/>
                <a:cs typeface="Comic Sans MS"/>
              </a:rPr>
              <a:t>infrastructure</a:t>
            </a:r>
            <a:endParaRPr sz="1300">
              <a:latin typeface="Comic Sans MS"/>
              <a:cs typeface="Comic Sans MS"/>
            </a:endParaRPr>
          </a:p>
          <a:p>
            <a:pPr marL="276860" indent="-165735">
              <a:lnSpc>
                <a:spcPct val="100000"/>
              </a:lnSpc>
              <a:spcBef>
                <a:spcPts val="780"/>
              </a:spcBef>
              <a:buFont typeface="Comic Sans MS"/>
              <a:buAutoNum type="arabicPeriod"/>
              <a:tabLst>
                <a:tab pos="276860" algn="l"/>
              </a:tabLst>
            </a:pPr>
            <a:r>
              <a:rPr dirty="0" sz="1300" spc="-70" b="1">
                <a:latin typeface="Comic Sans MS"/>
                <a:cs typeface="Comic Sans MS"/>
              </a:rPr>
              <a:t>D</a:t>
            </a:r>
            <a:r>
              <a:rPr dirty="0" sz="1350" spc="-70" b="1">
                <a:latin typeface="Comic Sans MS"/>
                <a:cs typeface="Comic Sans MS"/>
              </a:rPr>
              <a:t>e</a:t>
            </a:r>
            <a:r>
              <a:rPr dirty="0" sz="1300" spc="-70" b="1">
                <a:latin typeface="Comic Sans MS"/>
                <a:cs typeface="Comic Sans MS"/>
              </a:rPr>
              <a:t>monstr</a:t>
            </a:r>
            <a:r>
              <a:rPr dirty="0" sz="1350" spc="-70" b="1">
                <a:latin typeface="Comic Sans MS"/>
                <a:cs typeface="Comic Sans MS"/>
              </a:rPr>
              <a:t>a</a:t>
            </a:r>
            <a:r>
              <a:rPr dirty="0" sz="1300" spc="-70" b="1">
                <a:latin typeface="Comic Sans MS"/>
                <a:cs typeface="Comic Sans MS"/>
              </a:rPr>
              <a:t>t</a:t>
            </a:r>
            <a:r>
              <a:rPr dirty="0" sz="1350" spc="-70" b="1">
                <a:latin typeface="Comic Sans MS"/>
                <a:cs typeface="Comic Sans MS"/>
              </a:rPr>
              <a:t>e</a:t>
            </a:r>
            <a:r>
              <a:rPr dirty="0" sz="1350" spc="-315" b="1">
                <a:latin typeface="Comic Sans MS"/>
                <a:cs typeface="Comic Sans MS"/>
              </a:rPr>
              <a:t> </a:t>
            </a:r>
            <a:r>
              <a:rPr dirty="0" sz="1300" spc="-50" b="1">
                <a:latin typeface="Comic Sans MS"/>
                <a:cs typeface="Comic Sans MS"/>
              </a:rPr>
              <a:t>qu</a:t>
            </a:r>
            <a:r>
              <a:rPr dirty="0" sz="1350" spc="-50" b="1">
                <a:latin typeface="Comic Sans MS"/>
                <a:cs typeface="Comic Sans MS"/>
              </a:rPr>
              <a:t>a</a:t>
            </a:r>
            <a:r>
              <a:rPr dirty="0" sz="1300" spc="-50" b="1">
                <a:latin typeface="Comic Sans MS"/>
                <a:cs typeface="Comic Sans MS"/>
              </a:rPr>
              <a:t>l</a:t>
            </a:r>
            <a:r>
              <a:rPr dirty="0" sz="1350" spc="-50" b="1">
                <a:latin typeface="Comic Sans MS"/>
                <a:cs typeface="Comic Sans MS"/>
              </a:rPr>
              <a:t>i</a:t>
            </a:r>
            <a:r>
              <a:rPr dirty="0" sz="1300" spc="-50" b="1">
                <a:latin typeface="Comic Sans MS"/>
                <a:cs typeface="Comic Sans MS"/>
              </a:rPr>
              <a:t>ty</a:t>
            </a:r>
            <a:r>
              <a:rPr dirty="0" sz="1300" spc="-290" b="1">
                <a:latin typeface="Comic Sans MS"/>
                <a:cs typeface="Comic Sans MS"/>
              </a:rPr>
              <a:t> </a:t>
            </a:r>
            <a:r>
              <a:rPr dirty="0" sz="1350" spc="-45" b="1">
                <a:latin typeface="Comic Sans MS"/>
                <a:cs typeface="Comic Sans MS"/>
              </a:rPr>
              <a:t>i</a:t>
            </a:r>
            <a:r>
              <a:rPr dirty="0" sz="1300" spc="-45" b="1">
                <a:latin typeface="Comic Sans MS"/>
                <a:cs typeface="Comic Sans MS"/>
              </a:rPr>
              <a:t>mprov</a:t>
            </a:r>
            <a:r>
              <a:rPr dirty="0" sz="1350" spc="-45" b="1">
                <a:latin typeface="Comic Sans MS"/>
                <a:cs typeface="Comic Sans MS"/>
              </a:rPr>
              <a:t>e</a:t>
            </a:r>
            <a:r>
              <a:rPr dirty="0" sz="1300" spc="-45" b="1">
                <a:latin typeface="Comic Sans MS"/>
                <a:cs typeface="Comic Sans MS"/>
              </a:rPr>
              <a:t>m</a:t>
            </a:r>
            <a:r>
              <a:rPr dirty="0" sz="1350" spc="-45" b="1">
                <a:latin typeface="Comic Sans MS"/>
                <a:cs typeface="Comic Sans MS"/>
              </a:rPr>
              <a:t>e</a:t>
            </a:r>
            <a:r>
              <a:rPr dirty="0" sz="1300" spc="-45" b="1">
                <a:latin typeface="Comic Sans MS"/>
                <a:cs typeface="Comic Sans MS"/>
              </a:rPr>
              <a:t>nt</a:t>
            </a:r>
            <a:r>
              <a:rPr dirty="0" sz="1300" spc="-260" b="1">
                <a:latin typeface="Comic Sans MS"/>
                <a:cs typeface="Comic Sans MS"/>
              </a:rPr>
              <a:t> </a:t>
            </a:r>
            <a:r>
              <a:rPr dirty="0" sz="1300" spc="-100">
                <a:latin typeface="Comic Sans MS"/>
                <a:cs typeface="Comic Sans MS"/>
              </a:rPr>
              <a:t>through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85">
                <a:latin typeface="Comic Sans MS"/>
                <a:cs typeface="Comic Sans MS"/>
              </a:rPr>
              <a:t>40</a:t>
            </a:r>
            <a:r>
              <a:rPr dirty="0" sz="1250" spc="-85">
                <a:latin typeface="Bodoni MT"/>
                <a:cs typeface="Bodoni MT"/>
              </a:rPr>
              <a:t>%</a:t>
            </a:r>
            <a:r>
              <a:rPr dirty="0" sz="1250">
                <a:latin typeface="Bodoni MT"/>
                <a:cs typeface="Bodoni MT"/>
              </a:rPr>
              <a:t> </a:t>
            </a:r>
            <a:r>
              <a:rPr dirty="0" sz="1300" spc="-90">
                <a:latin typeface="Comic Sans MS"/>
                <a:cs typeface="Comic Sans MS"/>
              </a:rPr>
              <a:t>reduction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55">
                <a:latin typeface="Comic Sans MS"/>
                <a:cs typeface="Comic Sans MS"/>
              </a:rPr>
              <a:t>in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55">
                <a:latin typeface="Comic Sans MS"/>
                <a:cs typeface="Comic Sans MS"/>
              </a:rPr>
              <a:t>escaped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defects</a:t>
            </a:r>
            <a:endParaRPr sz="1300">
              <a:latin typeface="Comic Sans MS"/>
              <a:cs typeface="Comic Sans MS"/>
            </a:endParaRPr>
          </a:p>
          <a:p>
            <a:pPr marL="276860" indent="-165735">
              <a:lnSpc>
                <a:spcPct val="100000"/>
              </a:lnSpc>
              <a:spcBef>
                <a:spcPts val="855"/>
              </a:spcBef>
              <a:buSzPct val="104000"/>
              <a:buFont typeface="Comic Sans MS"/>
              <a:buAutoNum type="arabicPeriod"/>
              <a:tabLst>
                <a:tab pos="276860" algn="l"/>
              </a:tabLst>
            </a:pPr>
            <a:r>
              <a:rPr dirty="0" sz="1250" spc="-90" b="1">
                <a:latin typeface="Comic Sans MS"/>
                <a:cs typeface="Comic Sans MS"/>
              </a:rPr>
              <a:t>V</a:t>
            </a:r>
            <a:r>
              <a:rPr dirty="0" sz="1350" spc="-90" b="1">
                <a:latin typeface="Comic Sans MS"/>
                <a:cs typeface="Comic Sans MS"/>
              </a:rPr>
              <a:t>a</a:t>
            </a:r>
            <a:r>
              <a:rPr dirty="0" sz="1300" spc="-90" b="1">
                <a:latin typeface="Comic Sans MS"/>
                <a:cs typeface="Comic Sans MS"/>
              </a:rPr>
              <a:t>l</a:t>
            </a:r>
            <a:r>
              <a:rPr dirty="0" sz="1350" spc="-90" b="1">
                <a:latin typeface="Comic Sans MS"/>
                <a:cs typeface="Comic Sans MS"/>
              </a:rPr>
              <a:t>ida</a:t>
            </a:r>
            <a:r>
              <a:rPr dirty="0" sz="1300" spc="-90" b="1">
                <a:latin typeface="Comic Sans MS"/>
                <a:cs typeface="Comic Sans MS"/>
              </a:rPr>
              <a:t>t</a:t>
            </a:r>
            <a:r>
              <a:rPr dirty="0" sz="1350" spc="-90" b="1">
                <a:latin typeface="Comic Sans MS"/>
                <a:cs typeface="Comic Sans MS"/>
              </a:rPr>
              <a:t>e</a:t>
            </a:r>
            <a:r>
              <a:rPr dirty="0" sz="1350" spc="-310" b="1">
                <a:latin typeface="Comic Sans MS"/>
                <a:cs typeface="Comic Sans MS"/>
              </a:rPr>
              <a:t> </a:t>
            </a:r>
            <a:r>
              <a:rPr dirty="0" sz="1300" spc="-65" b="1">
                <a:latin typeface="Comic Sans MS"/>
                <a:cs typeface="Comic Sans MS"/>
              </a:rPr>
              <a:t>t</a:t>
            </a:r>
            <a:r>
              <a:rPr dirty="0" sz="1350" spc="-65" b="1">
                <a:latin typeface="Comic Sans MS"/>
                <a:cs typeface="Comic Sans MS"/>
              </a:rPr>
              <a:t>ech</a:t>
            </a:r>
            <a:r>
              <a:rPr dirty="0" sz="1300" spc="-65" b="1">
                <a:latin typeface="Comic Sans MS"/>
                <a:cs typeface="Comic Sans MS"/>
              </a:rPr>
              <a:t>n</a:t>
            </a:r>
            <a:r>
              <a:rPr dirty="0" sz="1350" spc="-65" b="1">
                <a:latin typeface="Comic Sans MS"/>
                <a:cs typeface="Comic Sans MS"/>
              </a:rPr>
              <a:t>ica</a:t>
            </a:r>
            <a:r>
              <a:rPr dirty="0" sz="1300" spc="-65" b="1">
                <a:latin typeface="Comic Sans MS"/>
                <a:cs typeface="Comic Sans MS"/>
              </a:rPr>
              <a:t>l</a:t>
            </a:r>
            <a:r>
              <a:rPr dirty="0" sz="1300" spc="-285" b="1">
                <a:latin typeface="Comic Sans MS"/>
                <a:cs typeface="Comic Sans MS"/>
              </a:rPr>
              <a:t> </a:t>
            </a:r>
            <a:r>
              <a:rPr dirty="0" sz="1350" spc="-45" b="1">
                <a:latin typeface="Comic Sans MS"/>
                <a:cs typeface="Comic Sans MS"/>
              </a:rPr>
              <a:t>a</a:t>
            </a:r>
            <a:r>
              <a:rPr dirty="0" sz="1300" spc="-45" b="1">
                <a:latin typeface="Comic Sans MS"/>
                <a:cs typeface="Comic Sans MS"/>
              </a:rPr>
              <a:t>ppro</a:t>
            </a:r>
            <a:r>
              <a:rPr dirty="0" sz="1350" spc="-45" b="1">
                <a:latin typeface="Comic Sans MS"/>
                <a:cs typeface="Comic Sans MS"/>
              </a:rPr>
              <a:t>ach</a:t>
            </a:r>
            <a:r>
              <a:rPr dirty="0" sz="1350" spc="-270" b="1">
                <a:latin typeface="Comic Sans MS"/>
                <a:cs typeface="Comic Sans MS"/>
              </a:rPr>
              <a:t> </a:t>
            </a:r>
            <a:r>
              <a:rPr dirty="0" sz="1300" spc="-170">
                <a:latin typeface="Comic Sans MS"/>
                <a:cs typeface="Comic Sans MS"/>
              </a:rPr>
              <a:t>for</a:t>
            </a:r>
            <a:r>
              <a:rPr dirty="0" sz="1300" spc="-75">
                <a:latin typeface="Comic Sans MS"/>
                <a:cs typeface="Comic Sans MS"/>
              </a:rPr>
              <a:t> </a:t>
            </a:r>
            <a:r>
              <a:rPr dirty="0" sz="1300" spc="-45">
                <a:latin typeface="Comic Sans MS"/>
                <a:cs typeface="Comic Sans MS"/>
              </a:rPr>
              <a:t>company-</a:t>
            </a:r>
            <a:r>
              <a:rPr dirty="0" sz="1300" spc="-65">
                <a:latin typeface="Comic Sans MS"/>
                <a:cs typeface="Comic Sans MS"/>
              </a:rPr>
              <a:t>wide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implementation</a:t>
            </a:r>
            <a:endParaRPr sz="1300">
              <a:latin typeface="Comic Sans MS"/>
              <a:cs typeface="Comic Sans MS"/>
            </a:endParaRPr>
          </a:p>
          <a:p>
            <a:pPr marL="276860" indent="-165735">
              <a:lnSpc>
                <a:spcPct val="100000"/>
              </a:lnSpc>
              <a:spcBef>
                <a:spcPts val="780"/>
              </a:spcBef>
              <a:buFont typeface="Comic Sans MS"/>
              <a:buAutoNum type="arabicPeriod"/>
              <a:tabLst>
                <a:tab pos="276860" algn="l"/>
              </a:tabLst>
            </a:pPr>
            <a:r>
              <a:rPr dirty="0" sz="1300" spc="-40" b="1">
                <a:latin typeface="Comic Sans MS"/>
                <a:cs typeface="Comic Sans MS"/>
              </a:rPr>
              <a:t>Bu</a:t>
            </a:r>
            <a:r>
              <a:rPr dirty="0" sz="1350" spc="-40" b="1">
                <a:latin typeface="Comic Sans MS"/>
                <a:cs typeface="Comic Sans MS"/>
              </a:rPr>
              <a:t>i</a:t>
            </a:r>
            <a:r>
              <a:rPr dirty="0" sz="1300" spc="-40" b="1">
                <a:latin typeface="Comic Sans MS"/>
                <a:cs typeface="Comic Sans MS"/>
              </a:rPr>
              <a:t>l</a:t>
            </a:r>
            <a:r>
              <a:rPr dirty="0" sz="1350" spc="-40" b="1">
                <a:latin typeface="Comic Sans MS"/>
                <a:cs typeface="Comic Sans MS"/>
              </a:rPr>
              <a:t>d</a:t>
            </a:r>
            <a:r>
              <a:rPr dirty="0" sz="1350" spc="-315" b="1">
                <a:latin typeface="Comic Sans MS"/>
                <a:cs typeface="Comic Sans MS"/>
              </a:rPr>
              <a:t> </a:t>
            </a:r>
            <a:r>
              <a:rPr dirty="0" sz="1300" spc="-70" b="1">
                <a:latin typeface="Comic Sans MS"/>
                <a:cs typeface="Comic Sans MS"/>
              </a:rPr>
              <a:t>t</a:t>
            </a:r>
            <a:r>
              <a:rPr dirty="0" sz="1350" spc="-70" b="1">
                <a:latin typeface="Comic Sans MS"/>
                <a:cs typeface="Comic Sans MS"/>
              </a:rPr>
              <a:t>ea</a:t>
            </a:r>
            <a:r>
              <a:rPr dirty="0" sz="1300" spc="-70" b="1">
                <a:latin typeface="Comic Sans MS"/>
                <a:cs typeface="Comic Sans MS"/>
              </a:rPr>
              <a:t>m</a:t>
            </a:r>
            <a:r>
              <a:rPr dirty="0" sz="1300" spc="-295" b="1">
                <a:latin typeface="Comic Sans MS"/>
                <a:cs typeface="Comic Sans MS"/>
              </a:rPr>
              <a:t> </a:t>
            </a:r>
            <a:r>
              <a:rPr dirty="0" sz="1350" spc="-70" b="1">
                <a:latin typeface="Comic Sans MS"/>
                <a:cs typeface="Comic Sans MS"/>
              </a:rPr>
              <a:t>ca</a:t>
            </a:r>
            <a:r>
              <a:rPr dirty="0" sz="1300" spc="-70" b="1">
                <a:latin typeface="Comic Sans MS"/>
                <a:cs typeface="Comic Sans MS"/>
              </a:rPr>
              <a:t>p</a:t>
            </a:r>
            <a:r>
              <a:rPr dirty="0" sz="1350" spc="-70" b="1">
                <a:latin typeface="Comic Sans MS"/>
                <a:cs typeface="Comic Sans MS"/>
              </a:rPr>
              <a:t>abi</a:t>
            </a:r>
            <a:r>
              <a:rPr dirty="0" sz="1300" spc="-70" b="1">
                <a:latin typeface="Comic Sans MS"/>
                <a:cs typeface="Comic Sans MS"/>
              </a:rPr>
              <a:t>l</a:t>
            </a:r>
            <a:r>
              <a:rPr dirty="0" sz="1350" spc="-70" b="1">
                <a:latin typeface="Comic Sans MS"/>
                <a:cs typeface="Comic Sans MS"/>
              </a:rPr>
              <a:t>i</a:t>
            </a:r>
            <a:r>
              <a:rPr dirty="0" sz="1300" spc="-70" b="1">
                <a:latin typeface="Comic Sans MS"/>
                <a:cs typeface="Comic Sans MS"/>
              </a:rPr>
              <a:t>t</a:t>
            </a:r>
            <a:r>
              <a:rPr dirty="0" sz="1350" spc="-70" b="1">
                <a:latin typeface="Comic Sans MS"/>
                <a:cs typeface="Comic Sans MS"/>
              </a:rPr>
              <a:t>ie</a:t>
            </a:r>
            <a:r>
              <a:rPr dirty="0" sz="1300" spc="-70" b="1">
                <a:latin typeface="Comic Sans MS"/>
                <a:cs typeface="Comic Sans MS"/>
              </a:rPr>
              <a:t>s</a:t>
            </a:r>
            <a:r>
              <a:rPr dirty="0" sz="1300" spc="-254" b="1">
                <a:latin typeface="Comic Sans MS"/>
                <a:cs typeface="Comic Sans MS"/>
              </a:rPr>
              <a:t> </a:t>
            </a:r>
            <a:r>
              <a:rPr dirty="0" sz="1300" spc="-55">
                <a:latin typeface="Comic Sans MS"/>
                <a:cs typeface="Comic Sans MS"/>
              </a:rPr>
              <a:t>in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100">
                <a:latin typeface="Comic Sans MS"/>
                <a:cs typeface="Comic Sans MS"/>
              </a:rPr>
              <a:t>observability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40">
                <a:latin typeface="Comic Sans MS"/>
                <a:cs typeface="Comic Sans MS"/>
              </a:rPr>
              <a:t>and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20">
                <a:latin typeface="Comic Sans MS"/>
                <a:cs typeface="Comic Sans MS"/>
              </a:rPr>
              <a:t>AI/ML</a:t>
            </a:r>
            <a:endParaRPr sz="1300">
              <a:latin typeface="Comic Sans MS"/>
              <a:cs typeface="Comic Sans MS"/>
            </a:endParaRPr>
          </a:p>
          <a:p>
            <a:pPr marL="276860" indent="-165735">
              <a:lnSpc>
                <a:spcPct val="100000"/>
              </a:lnSpc>
              <a:spcBef>
                <a:spcPts val="780"/>
              </a:spcBef>
              <a:buFont typeface="Comic Sans MS"/>
              <a:buAutoNum type="arabicPeriod"/>
              <a:tabLst>
                <a:tab pos="276860" algn="l"/>
              </a:tabLst>
            </a:pPr>
            <a:r>
              <a:rPr dirty="0" sz="1300" spc="-95" b="1">
                <a:latin typeface="Comic Sans MS"/>
                <a:cs typeface="Comic Sans MS"/>
              </a:rPr>
              <a:t>Cr</a:t>
            </a:r>
            <a:r>
              <a:rPr dirty="0" sz="1350" spc="-95" b="1">
                <a:latin typeface="Comic Sans MS"/>
                <a:cs typeface="Comic Sans MS"/>
              </a:rPr>
              <a:t>ea</a:t>
            </a:r>
            <a:r>
              <a:rPr dirty="0" sz="1300" spc="-95" b="1">
                <a:latin typeface="Comic Sans MS"/>
                <a:cs typeface="Comic Sans MS"/>
              </a:rPr>
              <a:t>t</a:t>
            </a:r>
            <a:r>
              <a:rPr dirty="0" sz="1350" spc="-95" b="1">
                <a:latin typeface="Comic Sans MS"/>
                <a:cs typeface="Comic Sans MS"/>
              </a:rPr>
              <a:t>e</a:t>
            </a:r>
            <a:r>
              <a:rPr dirty="0" sz="1350" spc="-310" b="1">
                <a:latin typeface="Comic Sans MS"/>
                <a:cs typeface="Comic Sans MS"/>
              </a:rPr>
              <a:t> </a:t>
            </a:r>
            <a:r>
              <a:rPr dirty="0" sz="1300" spc="-35" b="1">
                <a:latin typeface="Comic Sans MS"/>
                <a:cs typeface="Comic Sans MS"/>
              </a:rPr>
              <a:t>pl</a:t>
            </a:r>
            <a:r>
              <a:rPr dirty="0" sz="1350" spc="-35" b="1">
                <a:latin typeface="Comic Sans MS"/>
                <a:cs typeface="Comic Sans MS"/>
              </a:rPr>
              <a:t>a</a:t>
            </a:r>
            <a:r>
              <a:rPr dirty="0" sz="1300" spc="-35" b="1">
                <a:latin typeface="Comic Sans MS"/>
                <a:cs typeface="Comic Sans MS"/>
              </a:rPr>
              <a:t>y</a:t>
            </a:r>
            <a:r>
              <a:rPr dirty="0" sz="1350" spc="-35" b="1">
                <a:latin typeface="Comic Sans MS"/>
                <a:cs typeface="Comic Sans MS"/>
              </a:rPr>
              <a:t>b</a:t>
            </a:r>
            <a:r>
              <a:rPr dirty="0" sz="1300" spc="-35" b="1">
                <a:latin typeface="Comic Sans MS"/>
                <a:cs typeface="Comic Sans MS"/>
              </a:rPr>
              <a:t>oo</a:t>
            </a:r>
            <a:r>
              <a:rPr dirty="0" sz="1350" spc="-35" b="1">
                <a:latin typeface="Comic Sans MS"/>
                <a:cs typeface="Comic Sans MS"/>
              </a:rPr>
              <a:t>k</a:t>
            </a:r>
            <a:r>
              <a:rPr dirty="0" sz="1350" spc="-270" b="1">
                <a:latin typeface="Comic Sans MS"/>
                <a:cs typeface="Comic Sans MS"/>
              </a:rPr>
              <a:t> </a:t>
            </a:r>
            <a:r>
              <a:rPr dirty="0" sz="1300" spc="-170">
                <a:latin typeface="Comic Sans MS"/>
                <a:cs typeface="Comic Sans MS"/>
              </a:rPr>
              <a:t>for</a:t>
            </a:r>
            <a:r>
              <a:rPr dirty="0" sz="1300" spc="-75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transforming</a:t>
            </a:r>
            <a:r>
              <a:rPr dirty="0" sz="1300" spc="-75">
                <a:latin typeface="Comic Sans MS"/>
                <a:cs typeface="Comic Sans MS"/>
              </a:rPr>
              <a:t> </a:t>
            </a:r>
            <a:r>
              <a:rPr dirty="0" sz="1300" spc="-125">
                <a:latin typeface="Comic Sans MS"/>
                <a:cs typeface="Comic Sans MS"/>
              </a:rPr>
              <a:t>other</a:t>
            </a:r>
            <a:r>
              <a:rPr dirty="0" sz="1300" spc="-75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applications</a:t>
            </a:r>
            <a:endParaRPr sz="13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57200" y="152398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57200" y="183830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57200" y="214310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57200" y="245743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457200" y="321943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457200" y="353375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57200" y="383855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457200" y="415288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457200" y="491488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723900" y="517205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723900" y="547685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723900" y="579118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723900" y="609598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457200" y="644840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457200" y="675320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457200" y="752473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457200" y="782953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457200" y="814385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457200" y="844865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457200" y="962023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457200" y="992503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457200" y="1023935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337632" y="277044"/>
            <a:ext cx="6464935" cy="100850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10" b="1">
                <a:latin typeface="Gill Sans MT"/>
                <a:cs typeface="Gill Sans MT"/>
              </a:rPr>
              <a:t>D</a:t>
            </a:r>
            <a:r>
              <a:rPr dirty="0" sz="1550" spc="-110" b="1">
                <a:latin typeface="Gill Sans MT"/>
                <a:cs typeface="Gill Sans MT"/>
              </a:rPr>
              <a:t>e</a:t>
            </a:r>
            <a:r>
              <a:rPr dirty="0" sz="1450" spc="-110" b="1">
                <a:latin typeface="Trebuchet MS"/>
                <a:cs typeface="Trebuchet MS"/>
              </a:rPr>
              <a:t>t</a:t>
            </a:r>
            <a:r>
              <a:rPr dirty="0" sz="1550" spc="-110" b="1">
                <a:latin typeface="Gill Sans MT"/>
                <a:cs typeface="Gill Sans MT"/>
              </a:rPr>
              <a:t>ai</a:t>
            </a:r>
            <a:r>
              <a:rPr dirty="0" sz="1450" spc="-110" b="1">
                <a:latin typeface="Trebuchet MS"/>
                <a:cs typeface="Trebuchet MS"/>
              </a:rPr>
              <a:t>l</a:t>
            </a:r>
            <a:r>
              <a:rPr dirty="0" sz="1550" spc="-110" b="1">
                <a:latin typeface="Gill Sans MT"/>
                <a:cs typeface="Gill Sans MT"/>
              </a:rPr>
              <a:t>ed</a:t>
            </a:r>
            <a:r>
              <a:rPr dirty="0" sz="1550" spc="-145" b="1">
                <a:latin typeface="Gill Sans MT"/>
                <a:cs typeface="Gill Sans MT"/>
              </a:rPr>
              <a:t> </a:t>
            </a:r>
            <a:r>
              <a:rPr dirty="0" sz="1400" spc="-95" b="1">
                <a:latin typeface="Times New Roman"/>
                <a:cs typeface="Times New Roman"/>
              </a:rPr>
              <a:t>T</a:t>
            </a:r>
            <a:r>
              <a:rPr dirty="0" sz="1550" spc="-95" b="1">
                <a:latin typeface="Gill Sans MT"/>
                <a:cs typeface="Gill Sans MT"/>
              </a:rPr>
              <a:t>i</a:t>
            </a:r>
            <a:r>
              <a:rPr dirty="0" sz="1450" spc="-95" b="1">
                <a:latin typeface="Trebuchet MS"/>
                <a:cs typeface="Trebuchet MS"/>
              </a:rPr>
              <a:t>m</a:t>
            </a:r>
            <a:r>
              <a:rPr dirty="0" sz="1550" spc="-95" b="1">
                <a:latin typeface="Gill Sans MT"/>
                <a:cs typeface="Gill Sans MT"/>
              </a:rPr>
              <a:t>e</a:t>
            </a:r>
            <a:r>
              <a:rPr dirty="0" sz="1450" spc="-95" b="1">
                <a:latin typeface="Trebuchet MS"/>
                <a:cs typeface="Trebuchet MS"/>
              </a:rPr>
              <a:t>l</a:t>
            </a:r>
            <a:r>
              <a:rPr dirty="0" sz="1550" spc="-95" b="1">
                <a:latin typeface="Gill Sans MT"/>
                <a:cs typeface="Gill Sans MT"/>
              </a:rPr>
              <a:t>i</a:t>
            </a:r>
            <a:r>
              <a:rPr dirty="0" sz="1450" spc="-95" b="1">
                <a:latin typeface="Trebuchet MS"/>
                <a:cs typeface="Trebuchet MS"/>
              </a:rPr>
              <a:t>n</a:t>
            </a:r>
            <a:r>
              <a:rPr dirty="0" sz="1550" spc="-95" b="1">
                <a:latin typeface="Gill Sans MT"/>
                <a:cs typeface="Gill Sans MT"/>
              </a:rPr>
              <a:t>e</a:t>
            </a:r>
            <a:r>
              <a:rPr dirty="0" sz="1550" spc="-140" b="1">
                <a:latin typeface="Gill Sans MT"/>
                <a:cs typeface="Gill Sans MT"/>
              </a:rPr>
              <a:t> </a:t>
            </a:r>
            <a:r>
              <a:rPr dirty="0" sz="1550" spc="-75" b="1">
                <a:latin typeface="Gill Sans MT"/>
                <a:cs typeface="Gill Sans MT"/>
              </a:rPr>
              <a:t>a</a:t>
            </a:r>
            <a:r>
              <a:rPr dirty="0" sz="1450" spc="-75" b="1">
                <a:latin typeface="Trebuchet MS"/>
                <a:cs typeface="Trebuchet MS"/>
              </a:rPr>
              <a:t>n</a:t>
            </a:r>
            <a:r>
              <a:rPr dirty="0" sz="1550" spc="-75" b="1">
                <a:latin typeface="Gill Sans MT"/>
                <a:cs typeface="Gill Sans MT"/>
              </a:rPr>
              <a:t>d</a:t>
            </a:r>
            <a:r>
              <a:rPr dirty="0" sz="1550" spc="-140" b="1">
                <a:latin typeface="Gill Sans MT"/>
                <a:cs typeface="Gill Sans MT"/>
              </a:rPr>
              <a:t> </a:t>
            </a:r>
            <a:r>
              <a:rPr dirty="0" sz="1450" spc="-10" b="1">
                <a:latin typeface="Gill Sans MT"/>
                <a:cs typeface="Gill Sans MT"/>
              </a:rPr>
              <a:t>M</a:t>
            </a:r>
            <a:r>
              <a:rPr dirty="0" sz="1550" spc="-10" b="1">
                <a:latin typeface="Gill Sans MT"/>
                <a:cs typeface="Gill Sans MT"/>
              </a:rPr>
              <a:t>i</a:t>
            </a:r>
            <a:r>
              <a:rPr dirty="0" sz="1450" spc="-10" b="1">
                <a:latin typeface="Trebuchet MS"/>
                <a:cs typeface="Trebuchet MS"/>
              </a:rPr>
              <a:t>l</a:t>
            </a:r>
            <a:r>
              <a:rPr dirty="0" sz="1550" spc="-10" b="1">
                <a:latin typeface="Gill Sans MT"/>
                <a:cs typeface="Gill Sans MT"/>
              </a:rPr>
              <a:t>e</a:t>
            </a:r>
            <a:r>
              <a:rPr dirty="0" sz="1450" spc="-10" b="1">
                <a:latin typeface="Trebuchet MS"/>
                <a:cs typeface="Trebuchet MS"/>
              </a:rPr>
              <a:t>ston</a:t>
            </a:r>
            <a:r>
              <a:rPr dirty="0" sz="1550" spc="-10" b="1">
                <a:latin typeface="Gill Sans MT"/>
                <a:cs typeface="Gill Sans MT"/>
              </a:rPr>
              <a:t>e</a:t>
            </a:r>
            <a:r>
              <a:rPr dirty="0" sz="1450" spc="-10" b="1">
                <a:latin typeface="Trebuchet MS"/>
                <a:cs typeface="Trebuchet MS"/>
              </a:rPr>
              <a:t>s</a:t>
            </a:r>
            <a:endParaRPr sz="1450">
              <a:latin typeface="Trebuchet MS"/>
              <a:cs typeface="Trebuchet MS"/>
            </a:endParaRPr>
          </a:p>
          <a:p>
            <a:pPr marL="12700" marR="4092575">
              <a:lnSpc>
                <a:spcPts val="2930"/>
              </a:lnSpc>
              <a:spcBef>
                <a:spcPts val="200"/>
              </a:spcBef>
            </a:pPr>
            <a:r>
              <a:rPr dirty="0" sz="1300" spc="-35" b="1">
                <a:latin typeface="Comic Sans MS"/>
                <a:cs typeface="Comic Sans MS"/>
              </a:rPr>
              <a:t>P</a:t>
            </a:r>
            <a:r>
              <a:rPr dirty="0" sz="1350" spc="-35" b="1">
                <a:latin typeface="Comic Sans MS"/>
                <a:cs typeface="Comic Sans MS"/>
              </a:rPr>
              <a:t>ha</a:t>
            </a:r>
            <a:r>
              <a:rPr dirty="0" sz="1300" spc="-35" b="1">
                <a:latin typeface="Comic Sans MS"/>
                <a:cs typeface="Comic Sans MS"/>
              </a:rPr>
              <a:t>s</a:t>
            </a:r>
            <a:r>
              <a:rPr dirty="0" sz="1350" spc="-35" b="1">
                <a:latin typeface="Comic Sans MS"/>
                <a:cs typeface="Comic Sans MS"/>
              </a:rPr>
              <a:t>e</a:t>
            </a:r>
            <a:r>
              <a:rPr dirty="0" sz="1350" spc="-320" b="1">
                <a:latin typeface="Comic Sans MS"/>
                <a:cs typeface="Comic Sans MS"/>
              </a:rPr>
              <a:t> </a:t>
            </a:r>
            <a:r>
              <a:rPr dirty="0" sz="1300" spc="-200" b="1">
                <a:latin typeface="Comic Sans MS"/>
                <a:cs typeface="Comic Sans MS"/>
              </a:rPr>
              <a:t>1:</a:t>
            </a:r>
            <a:r>
              <a:rPr dirty="0" sz="1300" spc="-295" b="1">
                <a:latin typeface="Comic Sans MS"/>
                <a:cs typeface="Comic Sans MS"/>
              </a:rPr>
              <a:t> </a:t>
            </a:r>
            <a:r>
              <a:rPr dirty="0" sz="1300" spc="-40" b="1">
                <a:latin typeface="Comic Sans MS"/>
                <a:cs typeface="Comic Sans MS"/>
              </a:rPr>
              <a:t>Foun</a:t>
            </a:r>
            <a:r>
              <a:rPr dirty="0" sz="1350" spc="-40" b="1">
                <a:latin typeface="Comic Sans MS"/>
                <a:cs typeface="Comic Sans MS"/>
              </a:rPr>
              <a:t>da</a:t>
            </a:r>
            <a:r>
              <a:rPr dirty="0" sz="1300" spc="-40" b="1">
                <a:latin typeface="Comic Sans MS"/>
                <a:cs typeface="Comic Sans MS"/>
              </a:rPr>
              <a:t>t</a:t>
            </a:r>
            <a:r>
              <a:rPr dirty="0" sz="1350" spc="-40" b="1">
                <a:latin typeface="Comic Sans MS"/>
                <a:cs typeface="Comic Sans MS"/>
              </a:rPr>
              <a:t>i</a:t>
            </a:r>
            <a:r>
              <a:rPr dirty="0" sz="1300" spc="-40" b="1">
                <a:latin typeface="Comic Sans MS"/>
                <a:cs typeface="Comic Sans MS"/>
              </a:rPr>
              <a:t>on</a:t>
            </a:r>
            <a:r>
              <a:rPr dirty="0" sz="1300" spc="-295" b="1">
                <a:latin typeface="Comic Sans MS"/>
                <a:cs typeface="Comic Sans MS"/>
              </a:rPr>
              <a:t> </a:t>
            </a:r>
            <a:r>
              <a:rPr dirty="0" sz="1300" spc="-80" b="1">
                <a:latin typeface="Comic Sans MS"/>
                <a:cs typeface="Comic Sans MS"/>
              </a:rPr>
              <a:t>(</a:t>
            </a:r>
            <a:r>
              <a:rPr dirty="0" sz="1250" spc="-80" b="1">
                <a:latin typeface="Comic Sans MS"/>
                <a:cs typeface="Comic Sans MS"/>
              </a:rPr>
              <a:t>W</a:t>
            </a:r>
            <a:r>
              <a:rPr dirty="0" sz="1350" spc="-80" b="1">
                <a:latin typeface="Comic Sans MS"/>
                <a:cs typeface="Comic Sans MS"/>
              </a:rPr>
              <a:t>eek</a:t>
            </a:r>
            <a:r>
              <a:rPr dirty="0" sz="1300" spc="-80" b="1">
                <a:latin typeface="Comic Sans MS"/>
                <a:cs typeface="Comic Sans MS"/>
              </a:rPr>
              <a:t>s</a:t>
            </a:r>
            <a:r>
              <a:rPr dirty="0" sz="1300" spc="-300" b="1">
                <a:latin typeface="Comic Sans MS"/>
                <a:cs typeface="Comic Sans MS"/>
              </a:rPr>
              <a:t> </a:t>
            </a:r>
            <a:r>
              <a:rPr dirty="0" sz="1300" spc="-254" b="1">
                <a:latin typeface="Comic Sans MS"/>
                <a:cs typeface="Comic Sans MS"/>
              </a:rPr>
              <a:t>1-</a:t>
            </a:r>
            <a:r>
              <a:rPr dirty="0" sz="1300" spc="-25" b="1">
                <a:latin typeface="Comic Sans MS"/>
                <a:cs typeface="Comic Sans MS"/>
              </a:rPr>
              <a:t>8) </a:t>
            </a:r>
            <a:r>
              <a:rPr dirty="0" sz="1250" spc="-95" b="1">
                <a:latin typeface="Comic Sans MS"/>
                <a:cs typeface="Comic Sans MS"/>
              </a:rPr>
              <a:t>W</a:t>
            </a:r>
            <a:r>
              <a:rPr dirty="0" sz="1350" spc="-95" b="1">
                <a:latin typeface="Comic Sans MS"/>
                <a:cs typeface="Comic Sans MS"/>
              </a:rPr>
              <a:t>eek</a:t>
            </a:r>
            <a:r>
              <a:rPr dirty="0" sz="1300" spc="-95" b="1">
                <a:latin typeface="Comic Sans MS"/>
                <a:cs typeface="Comic Sans MS"/>
              </a:rPr>
              <a:t>s</a:t>
            </a:r>
            <a:r>
              <a:rPr dirty="0" sz="1300" spc="-300" b="1">
                <a:latin typeface="Comic Sans MS"/>
                <a:cs typeface="Comic Sans MS"/>
              </a:rPr>
              <a:t> </a:t>
            </a:r>
            <a:r>
              <a:rPr dirty="0" sz="1300" spc="-254" b="1">
                <a:latin typeface="Comic Sans MS"/>
                <a:cs typeface="Comic Sans MS"/>
              </a:rPr>
              <a:t>1-</a:t>
            </a:r>
            <a:r>
              <a:rPr dirty="0" sz="1300" spc="-120" b="1">
                <a:latin typeface="Comic Sans MS"/>
                <a:cs typeface="Comic Sans MS"/>
              </a:rPr>
              <a:t>2:</a:t>
            </a:r>
            <a:r>
              <a:rPr dirty="0" sz="1300" spc="-295" b="1">
                <a:latin typeface="Comic Sans MS"/>
                <a:cs typeface="Comic Sans MS"/>
              </a:rPr>
              <a:t> </a:t>
            </a:r>
            <a:r>
              <a:rPr dirty="0" sz="1300" spc="-90" b="1">
                <a:latin typeface="Comic Sans MS"/>
                <a:cs typeface="Comic Sans MS"/>
              </a:rPr>
              <a:t>Pro</a:t>
            </a:r>
            <a:r>
              <a:rPr dirty="0" sz="1350" spc="-90" b="1">
                <a:latin typeface="Comic Sans MS"/>
                <a:cs typeface="Comic Sans MS"/>
              </a:rPr>
              <a:t>jec</a:t>
            </a:r>
            <a:r>
              <a:rPr dirty="0" sz="1300" spc="-90" b="1">
                <a:latin typeface="Comic Sans MS"/>
                <a:cs typeface="Comic Sans MS"/>
              </a:rPr>
              <a:t>t</a:t>
            </a:r>
            <a:r>
              <a:rPr dirty="0" sz="1300" spc="-295" b="1">
                <a:latin typeface="Comic Sans MS"/>
                <a:cs typeface="Comic Sans MS"/>
              </a:rPr>
              <a:t> </a:t>
            </a:r>
            <a:r>
              <a:rPr dirty="0" sz="1300" spc="-10" b="1">
                <a:latin typeface="Comic Sans MS"/>
                <a:cs typeface="Comic Sans MS"/>
              </a:rPr>
              <a:t>K</a:t>
            </a:r>
            <a:r>
              <a:rPr dirty="0" sz="1350" spc="-10" b="1">
                <a:latin typeface="Comic Sans MS"/>
                <a:cs typeface="Comic Sans MS"/>
              </a:rPr>
              <a:t>ick</a:t>
            </a:r>
            <a:r>
              <a:rPr dirty="0" sz="1300" spc="-10" b="1">
                <a:latin typeface="Comic Sans MS"/>
                <a:cs typeface="Comic Sans MS"/>
              </a:rPr>
              <a:t>o</a:t>
            </a:r>
            <a:r>
              <a:rPr dirty="0" sz="1350" spc="-10" b="1">
                <a:latin typeface="Comic Sans MS"/>
                <a:cs typeface="Comic Sans MS"/>
              </a:rPr>
              <a:t>ff</a:t>
            </a:r>
            <a:endParaRPr sz="1350">
              <a:latin typeface="Comic Sans MS"/>
              <a:cs typeface="Comic Sans MS"/>
            </a:endParaRPr>
          </a:p>
          <a:p>
            <a:pPr marL="279400" marR="5080">
              <a:lnSpc>
                <a:spcPct val="158700"/>
              </a:lnSpc>
              <a:spcBef>
                <a:spcPts val="190"/>
              </a:spcBef>
            </a:pPr>
            <a:r>
              <a:rPr dirty="0" sz="1300" spc="-95">
                <a:latin typeface="Comic Sans MS"/>
                <a:cs typeface="Comic Sans MS"/>
              </a:rPr>
              <a:t>Form</a:t>
            </a:r>
            <a:r>
              <a:rPr dirty="0" sz="1300" spc="-105">
                <a:latin typeface="Comic Sans MS"/>
                <a:cs typeface="Comic Sans MS"/>
              </a:rPr>
              <a:t> </a:t>
            </a:r>
            <a:r>
              <a:rPr dirty="0" sz="1300" spc="-90">
                <a:latin typeface="Comic Sans MS"/>
                <a:cs typeface="Comic Sans MS"/>
              </a:rPr>
              <a:t>pilot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95">
                <a:latin typeface="Comic Sans MS"/>
                <a:cs typeface="Comic Sans MS"/>
              </a:rPr>
              <a:t>team</a:t>
            </a:r>
            <a:r>
              <a:rPr dirty="0" sz="1300" spc="-105">
                <a:latin typeface="Comic Sans MS"/>
                <a:cs typeface="Comic Sans MS"/>
              </a:rPr>
              <a:t> </a:t>
            </a:r>
            <a:r>
              <a:rPr dirty="0" sz="1300" spc="-55">
                <a:latin typeface="Comic Sans MS"/>
                <a:cs typeface="Comic Sans MS"/>
              </a:rPr>
              <a:t>(1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14">
                <a:latin typeface="Comic Sans MS"/>
                <a:cs typeface="Comic Sans MS"/>
              </a:rPr>
              <a:t>Project</a:t>
            </a:r>
            <a:r>
              <a:rPr dirty="0" sz="1300" spc="-105">
                <a:latin typeface="Comic Sans MS"/>
                <a:cs typeface="Comic Sans MS"/>
              </a:rPr>
              <a:t> </a:t>
            </a:r>
            <a:r>
              <a:rPr dirty="0" sz="1300" spc="-75">
                <a:latin typeface="Comic Sans MS"/>
                <a:cs typeface="Comic Sans MS"/>
              </a:rPr>
              <a:t>Lead,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85">
                <a:latin typeface="Comic Sans MS"/>
                <a:cs typeface="Comic Sans MS"/>
              </a:rPr>
              <a:t>2</a:t>
            </a:r>
            <a:r>
              <a:rPr dirty="0" sz="1300" spc="-105">
                <a:latin typeface="Comic Sans MS"/>
                <a:cs typeface="Comic Sans MS"/>
              </a:rPr>
              <a:t> Senior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229">
                <a:latin typeface="Comic Sans MS"/>
                <a:cs typeface="Comic Sans MS"/>
              </a:rPr>
              <a:t>QA</a:t>
            </a:r>
            <a:r>
              <a:rPr dirty="0" sz="1300" spc="-105">
                <a:latin typeface="Comic Sans MS"/>
                <a:cs typeface="Comic Sans MS"/>
              </a:rPr>
              <a:t> </a:t>
            </a:r>
            <a:r>
              <a:rPr dirty="0" sz="1300" spc="-85">
                <a:latin typeface="Comic Sans MS"/>
                <a:cs typeface="Comic Sans MS"/>
              </a:rPr>
              <a:t>Engineers,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85">
                <a:latin typeface="Comic Sans MS"/>
                <a:cs typeface="Comic Sans MS"/>
              </a:rPr>
              <a:t>2</a:t>
            </a:r>
            <a:r>
              <a:rPr dirty="0" sz="1300" spc="-105">
                <a:latin typeface="Comic Sans MS"/>
                <a:cs typeface="Comic Sans MS"/>
              </a:rPr>
              <a:t> </a:t>
            </a:r>
            <a:r>
              <a:rPr dirty="0" sz="1300" spc="-75">
                <a:latin typeface="Comic Sans MS"/>
                <a:cs typeface="Comic Sans MS"/>
              </a:rPr>
              <a:t>DevOps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85">
                <a:latin typeface="Comic Sans MS"/>
                <a:cs typeface="Comic Sans MS"/>
              </a:rPr>
              <a:t>Engineers,</a:t>
            </a:r>
            <a:r>
              <a:rPr dirty="0" sz="1300" spc="-105">
                <a:latin typeface="Comic Sans MS"/>
                <a:cs typeface="Comic Sans MS"/>
              </a:rPr>
              <a:t> </a:t>
            </a:r>
            <a:r>
              <a:rPr dirty="0" sz="1300" spc="-35">
                <a:latin typeface="Comic Sans MS"/>
                <a:cs typeface="Comic Sans MS"/>
              </a:rPr>
              <a:t>1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05">
                <a:latin typeface="Comic Sans MS"/>
                <a:cs typeface="Comic Sans MS"/>
              </a:rPr>
              <a:t>Data </a:t>
            </a:r>
            <a:r>
              <a:rPr dirty="0" sz="1300" spc="-40">
                <a:latin typeface="Comic Sans MS"/>
                <a:cs typeface="Comic Sans MS"/>
              </a:rPr>
              <a:t>Analyst) </a:t>
            </a:r>
            <a:r>
              <a:rPr dirty="0" sz="1300" spc="-50">
                <a:latin typeface="Comic Sans MS"/>
                <a:cs typeface="Comic Sans MS"/>
              </a:rPr>
              <a:t>Conduct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20">
                <a:latin typeface="Comic Sans MS"/>
                <a:cs typeface="Comic Sans MS"/>
              </a:rPr>
              <a:t>current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30">
                <a:latin typeface="Comic Sans MS"/>
                <a:cs typeface="Comic Sans MS"/>
              </a:rPr>
              <a:t>state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75">
                <a:latin typeface="Comic Sans MS"/>
                <a:cs typeface="Comic Sans MS"/>
              </a:rPr>
              <a:t>assessment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30">
                <a:latin typeface="Comic Sans MS"/>
                <a:cs typeface="Comic Sans MS"/>
              </a:rPr>
              <a:t>of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70">
                <a:latin typeface="Comic Sans MS"/>
                <a:cs typeface="Comic Sans MS"/>
              </a:rPr>
              <a:t>mobile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app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testing</a:t>
            </a:r>
            <a:endParaRPr sz="1300">
              <a:latin typeface="Comic Sans MS"/>
              <a:cs typeface="Comic Sans MS"/>
            </a:endParaRPr>
          </a:p>
          <a:p>
            <a:pPr marL="279400" marR="1614170">
              <a:lnSpc>
                <a:spcPts val="2480"/>
              </a:lnSpc>
              <a:spcBef>
                <a:spcPts val="155"/>
              </a:spcBef>
            </a:pPr>
            <a:r>
              <a:rPr dirty="0" sz="1300" spc="-70">
                <a:latin typeface="Comic Sans MS"/>
                <a:cs typeface="Comic Sans MS"/>
              </a:rPr>
              <a:t>Document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75">
                <a:latin typeface="Comic Sans MS"/>
                <a:cs typeface="Comic Sans MS"/>
              </a:rPr>
              <a:t>baseline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metrics</a:t>
            </a:r>
            <a:r>
              <a:rPr dirty="0" sz="1300" spc="-80">
                <a:latin typeface="Comic Sans MS"/>
                <a:cs typeface="Comic Sans MS"/>
              </a:rPr>
              <a:t> (costs,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145">
                <a:latin typeface="Comic Sans MS"/>
                <a:cs typeface="Comic Sans MS"/>
              </a:rPr>
              <a:t>test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95">
                <a:latin typeface="Comic Sans MS"/>
                <a:cs typeface="Comic Sans MS"/>
              </a:rPr>
              <a:t>execution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100">
                <a:latin typeface="Comic Sans MS"/>
                <a:cs typeface="Comic Sans MS"/>
              </a:rPr>
              <a:t>time,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130">
                <a:latin typeface="Comic Sans MS"/>
                <a:cs typeface="Comic Sans MS"/>
              </a:rPr>
              <a:t>defect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50">
                <a:latin typeface="Comic Sans MS"/>
                <a:cs typeface="Comic Sans MS"/>
              </a:rPr>
              <a:t>rates) </a:t>
            </a:r>
            <a:r>
              <a:rPr dirty="0" sz="1300" spc="-55">
                <a:latin typeface="Comic Sans MS"/>
                <a:cs typeface="Comic Sans MS"/>
              </a:rPr>
              <a:t>Engage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75">
                <a:latin typeface="Comic Sans MS"/>
                <a:cs typeface="Comic Sans MS"/>
              </a:rPr>
              <a:t>vendor</a:t>
            </a:r>
            <a:r>
              <a:rPr dirty="0" sz="1300" spc="-90">
                <a:latin typeface="Comic Sans MS"/>
                <a:cs typeface="Comic Sans MS"/>
              </a:rPr>
              <a:t> professional </a:t>
            </a:r>
            <a:r>
              <a:rPr dirty="0" sz="1300" spc="-85">
                <a:latin typeface="Comic Sans MS"/>
                <a:cs typeface="Comic Sans MS"/>
              </a:rPr>
              <a:t>services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85">
                <a:latin typeface="Comic Sans MS"/>
                <a:cs typeface="Comic Sans MS"/>
              </a:rPr>
              <a:t>(New </a:t>
            </a:r>
            <a:r>
              <a:rPr dirty="0" sz="1300" spc="-80">
                <a:latin typeface="Comic Sans MS"/>
                <a:cs typeface="Comic Sans MS"/>
              </a:rPr>
              <a:t>Relic,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Datadog)</a:t>
            </a:r>
            <a:endParaRPr sz="13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1250" spc="-95" b="1">
                <a:latin typeface="Comic Sans MS"/>
                <a:cs typeface="Comic Sans MS"/>
              </a:rPr>
              <a:t>W</a:t>
            </a:r>
            <a:r>
              <a:rPr dirty="0" sz="1350" spc="-95" b="1">
                <a:latin typeface="Comic Sans MS"/>
                <a:cs typeface="Comic Sans MS"/>
              </a:rPr>
              <a:t>eek</a:t>
            </a:r>
            <a:r>
              <a:rPr dirty="0" sz="1300" spc="-95" b="1">
                <a:latin typeface="Comic Sans MS"/>
                <a:cs typeface="Comic Sans MS"/>
              </a:rPr>
              <a:t>s</a:t>
            </a:r>
            <a:r>
              <a:rPr dirty="0" sz="1300" spc="-290" b="1">
                <a:latin typeface="Comic Sans MS"/>
                <a:cs typeface="Comic Sans MS"/>
              </a:rPr>
              <a:t> </a:t>
            </a:r>
            <a:r>
              <a:rPr dirty="0" sz="1300" spc="-165" b="1">
                <a:latin typeface="Comic Sans MS"/>
                <a:cs typeface="Comic Sans MS"/>
              </a:rPr>
              <a:t>3-</a:t>
            </a:r>
            <a:r>
              <a:rPr dirty="0" sz="1300" spc="-95" b="1">
                <a:latin typeface="Comic Sans MS"/>
                <a:cs typeface="Comic Sans MS"/>
              </a:rPr>
              <a:t>4:</a:t>
            </a:r>
            <a:r>
              <a:rPr dirty="0" sz="1300" spc="-290" b="1">
                <a:latin typeface="Comic Sans MS"/>
                <a:cs typeface="Comic Sans MS"/>
              </a:rPr>
              <a:t> </a:t>
            </a:r>
            <a:r>
              <a:rPr dirty="0" sz="1250" spc="-75" b="1">
                <a:latin typeface="Comic Sans MS"/>
                <a:cs typeface="Comic Sans MS"/>
              </a:rPr>
              <a:t>T</a:t>
            </a:r>
            <a:r>
              <a:rPr dirty="0" sz="1350" spc="-75" b="1">
                <a:latin typeface="Comic Sans MS"/>
                <a:cs typeface="Comic Sans MS"/>
              </a:rPr>
              <a:t>ech</a:t>
            </a:r>
            <a:r>
              <a:rPr dirty="0" sz="1300" spc="-75" b="1">
                <a:latin typeface="Comic Sans MS"/>
                <a:cs typeface="Comic Sans MS"/>
              </a:rPr>
              <a:t>n</a:t>
            </a:r>
            <a:r>
              <a:rPr dirty="0" sz="1350" spc="-75" b="1">
                <a:latin typeface="Comic Sans MS"/>
                <a:cs typeface="Comic Sans MS"/>
              </a:rPr>
              <a:t>ica</a:t>
            </a:r>
            <a:r>
              <a:rPr dirty="0" sz="1300" spc="-75" b="1">
                <a:latin typeface="Comic Sans MS"/>
                <a:cs typeface="Comic Sans MS"/>
              </a:rPr>
              <a:t>l</a:t>
            </a:r>
            <a:r>
              <a:rPr dirty="0" sz="1300" spc="-285" b="1">
                <a:latin typeface="Comic Sans MS"/>
                <a:cs typeface="Comic Sans MS"/>
              </a:rPr>
              <a:t> </a:t>
            </a:r>
            <a:r>
              <a:rPr dirty="0" sz="1300" spc="-20" b="1">
                <a:latin typeface="Comic Sans MS"/>
                <a:cs typeface="Comic Sans MS"/>
              </a:rPr>
              <a:t>S</a:t>
            </a:r>
            <a:r>
              <a:rPr dirty="0" sz="1350" spc="-20" b="1">
                <a:latin typeface="Comic Sans MS"/>
                <a:cs typeface="Comic Sans MS"/>
              </a:rPr>
              <a:t>e</a:t>
            </a:r>
            <a:r>
              <a:rPr dirty="0" sz="1300" spc="-20" b="1">
                <a:latin typeface="Comic Sans MS"/>
                <a:cs typeface="Comic Sans MS"/>
              </a:rPr>
              <a:t>tup</a:t>
            </a:r>
            <a:endParaRPr sz="1300">
              <a:latin typeface="Comic Sans MS"/>
              <a:cs typeface="Comic Sans MS"/>
            </a:endParaRPr>
          </a:p>
          <a:p>
            <a:pPr marL="279400" marR="2314575">
              <a:lnSpc>
                <a:spcPct val="156200"/>
              </a:lnSpc>
              <a:spcBef>
                <a:spcPts val="555"/>
              </a:spcBef>
            </a:pPr>
            <a:r>
              <a:rPr dirty="0" sz="1300" spc="-114">
                <a:latin typeface="Comic Sans MS"/>
                <a:cs typeface="Comic Sans MS"/>
              </a:rPr>
              <a:t>Implement</a:t>
            </a:r>
            <a:r>
              <a:rPr dirty="0" sz="1300" spc="-60">
                <a:latin typeface="Comic Sans MS"/>
                <a:cs typeface="Comic Sans MS"/>
              </a:rPr>
              <a:t> </a:t>
            </a:r>
            <a:r>
              <a:rPr dirty="0" sz="1300" spc="-120">
                <a:latin typeface="Comic Sans MS"/>
                <a:cs typeface="Comic Sans MS"/>
              </a:rPr>
              <a:t>Open</a:t>
            </a:r>
            <a:r>
              <a:rPr dirty="0" sz="1250" spc="-120">
                <a:latin typeface="Comic Sans MS"/>
                <a:cs typeface="Comic Sans MS"/>
              </a:rPr>
              <a:t>T</a:t>
            </a:r>
            <a:r>
              <a:rPr dirty="0" sz="1300" spc="-120">
                <a:latin typeface="Comic Sans MS"/>
                <a:cs typeface="Comic Sans MS"/>
              </a:rPr>
              <a:t>elemetry</a:t>
            </a:r>
            <a:r>
              <a:rPr dirty="0" sz="1300" spc="-60">
                <a:latin typeface="Comic Sans MS"/>
                <a:cs typeface="Comic Sans MS"/>
              </a:rPr>
              <a:t> </a:t>
            </a:r>
            <a:r>
              <a:rPr dirty="0" sz="1300" spc="-100">
                <a:latin typeface="Comic Sans MS"/>
                <a:cs typeface="Comic Sans MS"/>
              </a:rPr>
              <a:t>instrumentation</a:t>
            </a:r>
            <a:r>
              <a:rPr dirty="0" sz="1300" spc="-60">
                <a:latin typeface="Comic Sans MS"/>
                <a:cs typeface="Comic Sans MS"/>
              </a:rPr>
              <a:t> </a:t>
            </a:r>
            <a:r>
              <a:rPr dirty="0" sz="1300" spc="-55">
                <a:latin typeface="Comic Sans MS"/>
                <a:cs typeface="Comic Sans MS"/>
              </a:rPr>
              <a:t>in</a:t>
            </a:r>
            <a:r>
              <a:rPr dirty="0" sz="1300" spc="-60">
                <a:latin typeface="Comic Sans MS"/>
                <a:cs typeface="Comic Sans MS"/>
              </a:rPr>
              <a:t> </a:t>
            </a:r>
            <a:r>
              <a:rPr dirty="0" sz="1300" spc="-70">
                <a:latin typeface="Comic Sans MS"/>
                <a:cs typeface="Comic Sans MS"/>
              </a:rPr>
              <a:t>mobile</a:t>
            </a:r>
            <a:r>
              <a:rPr dirty="0" sz="1300" spc="-60">
                <a:latin typeface="Comic Sans MS"/>
                <a:cs typeface="Comic Sans MS"/>
              </a:rPr>
              <a:t> </a:t>
            </a:r>
            <a:r>
              <a:rPr dirty="0" sz="1300" spc="-20">
                <a:latin typeface="Comic Sans MS"/>
                <a:cs typeface="Comic Sans MS"/>
              </a:rPr>
              <a:t>apps </a:t>
            </a:r>
            <a:r>
              <a:rPr dirty="0" sz="1300" spc="-85">
                <a:latin typeface="Comic Sans MS"/>
                <a:cs typeface="Comic Sans MS"/>
              </a:rPr>
              <a:t>Configure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05">
                <a:latin typeface="Comic Sans MS"/>
                <a:cs typeface="Comic Sans MS"/>
              </a:rPr>
              <a:t>synthetic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80">
                <a:latin typeface="Comic Sans MS"/>
                <a:cs typeface="Comic Sans MS"/>
              </a:rPr>
              <a:t>monitoring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70">
                <a:latin typeface="Comic Sans MS"/>
                <a:cs typeface="Comic Sans MS"/>
              </a:rPr>
              <a:t>for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75">
                <a:latin typeface="Comic Sans MS"/>
                <a:cs typeface="Comic Sans MS"/>
              </a:rPr>
              <a:t>top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95">
                <a:latin typeface="Comic Sans MS"/>
                <a:cs typeface="Comic Sans MS"/>
              </a:rPr>
              <a:t>20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90">
                <a:latin typeface="Comic Sans MS"/>
                <a:cs typeface="Comic Sans MS"/>
              </a:rPr>
              <a:t>user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journeys </a:t>
            </a:r>
            <a:r>
              <a:rPr dirty="0" sz="1300" spc="-155">
                <a:latin typeface="Comic Sans MS"/>
                <a:cs typeface="Comic Sans MS"/>
              </a:rPr>
              <a:t>Set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>
                <a:latin typeface="Comic Sans MS"/>
                <a:cs typeface="Comic Sans MS"/>
              </a:rPr>
              <a:t>up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00">
                <a:latin typeface="Comic Sans MS"/>
                <a:cs typeface="Comic Sans MS"/>
              </a:rPr>
              <a:t>unified </a:t>
            </a:r>
            <a:r>
              <a:rPr dirty="0" sz="1300" spc="-125">
                <a:latin typeface="Comic Sans MS"/>
                <a:cs typeface="Comic Sans MS"/>
              </a:rPr>
              <a:t>telemetry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pipeline</a:t>
            </a:r>
            <a:endParaRPr sz="1300">
              <a:latin typeface="Comic Sans MS"/>
              <a:cs typeface="Comic Sans MS"/>
            </a:endParaRPr>
          </a:p>
          <a:p>
            <a:pPr marL="279400">
              <a:lnSpc>
                <a:spcPct val="100000"/>
              </a:lnSpc>
              <a:spcBef>
                <a:spcPts val="915"/>
              </a:spcBef>
            </a:pPr>
            <a:r>
              <a:rPr dirty="0" sz="1300" spc="-110">
                <a:latin typeface="Comic Sans MS"/>
                <a:cs typeface="Comic Sans MS"/>
              </a:rPr>
              <a:t>Create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05">
                <a:latin typeface="Comic Sans MS"/>
                <a:cs typeface="Comic Sans MS"/>
              </a:rPr>
              <a:t>initial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80">
                <a:latin typeface="Comic Sans MS"/>
                <a:cs typeface="Comic Sans MS"/>
              </a:rPr>
              <a:t>dashboards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40">
                <a:latin typeface="Comic Sans MS"/>
                <a:cs typeface="Comic Sans MS"/>
              </a:rPr>
              <a:t>and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alerts</a:t>
            </a:r>
            <a:endParaRPr sz="13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dirty="0" sz="1250" spc="-95" b="1">
                <a:latin typeface="Comic Sans MS"/>
                <a:cs typeface="Comic Sans MS"/>
              </a:rPr>
              <a:t>W</a:t>
            </a:r>
            <a:r>
              <a:rPr dirty="0" sz="1350" spc="-95" b="1">
                <a:latin typeface="Comic Sans MS"/>
                <a:cs typeface="Comic Sans MS"/>
              </a:rPr>
              <a:t>eek</a:t>
            </a:r>
            <a:r>
              <a:rPr dirty="0" sz="1300" spc="-95" b="1">
                <a:latin typeface="Comic Sans MS"/>
                <a:cs typeface="Comic Sans MS"/>
              </a:rPr>
              <a:t>s</a:t>
            </a:r>
            <a:r>
              <a:rPr dirty="0" sz="1300" spc="-310" b="1">
                <a:latin typeface="Comic Sans MS"/>
                <a:cs typeface="Comic Sans MS"/>
              </a:rPr>
              <a:t> </a:t>
            </a:r>
            <a:r>
              <a:rPr dirty="0" sz="1300" spc="-165" b="1">
                <a:latin typeface="Comic Sans MS"/>
                <a:cs typeface="Comic Sans MS"/>
              </a:rPr>
              <a:t>5-</a:t>
            </a:r>
            <a:r>
              <a:rPr dirty="0" sz="1300" spc="-90" b="1">
                <a:latin typeface="Comic Sans MS"/>
                <a:cs typeface="Comic Sans MS"/>
              </a:rPr>
              <a:t>8:</a:t>
            </a:r>
            <a:r>
              <a:rPr dirty="0" sz="1300" spc="-305" b="1">
                <a:latin typeface="Comic Sans MS"/>
                <a:cs typeface="Comic Sans MS"/>
              </a:rPr>
              <a:t> </a:t>
            </a:r>
            <a:r>
              <a:rPr dirty="0" sz="1250" spc="-60" b="1">
                <a:latin typeface="Comic Sans MS"/>
                <a:cs typeface="Comic Sans MS"/>
              </a:rPr>
              <a:t>T</a:t>
            </a:r>
            <a:r>
              <a:rPr dirty="0" sz="1300" spc="-60" b="1">
                <a:latin typeface="Comic Sans MS"/>
                <a:cs typeface="Comic Sans MS"/>
              </a:rPr>
              <a:t>ool</a:t>
            </a:r>
            <a:r>
              <a:rPr dirty="0" sz="1300" spc="-305" b="1">
                <a:latin typeface="Comic Sans MS"/>
                <a:cs typeface="Comic Sans MS"/>
              </a:rPr>
              <a:t> </a:t>
            </a:r>
            <a:r>
              <a:rPr dirty="0" sz="1300" spc="-10" b="1">
                <a:latin typeface="Comic Sans MS"/>
                <a:cs typeface="Comic Sans MS"/>
              </a:rPr>
              <a:t>Int</a:t>
            </a:r>
            <a:r>
              <a:rPr dirty="0" sz="1350" spc="-10" b="1">
                <a:latin typeface="Comic Sans MS"/>
                <a:cs typeface="Comic Sans MS"/>
              </a:rPr>
              <a:t>eg</a:t>
            </a:r>
            <a:r>
              <a:rPr dirty="0" sz="1300" spc="-10" b="1">
                <a:latin typeface="Comic Sans MS"/>
                <a:cs typeface="Comic Sans MS"/>
              </a:rPr>
              <a:t>r</a:t>
            </a:r>
            <a:r>
              <a:rPr dirty="0" sz="1350" spc="-10" b="1">
                <a:latin typeface="Comic Sans MS"/>
                <a:cs typeface="Comic Sans MS"/>
              </a:rPr>
              <a:t>a</a:t>
            </a:r>
            <a:r>
              <a:rPr dirty="0" sz="1300" spc="-10" b="1">
                <a:latin typeface="Comic Sans MS"/>
                <a:cs typeface="Comic Sans MS"/>
              </a:rPr>
              <a:t>t</a:t>
            </a:r>
            <a:r>
              <a:rPr dirty="0" sz="1350" spc="-10" b="1">
                <a:latin typeface="Comic Sans MS"/>
                <a:cs typeface="Comic Sans MS"/>
              </a:rPr>
              <a:t>i</a:t>
            </a:r>
            <a:r>
              <a:rPr dirty="0" sz="1300" spc="-10" b="1">
                <a:latin typeface="Comic Sans MS"/>
                <a:cs typeface="Comic Sans MS"/>
              </a:rPr>
              <a:t>on</a:t>
            </a:r>
            <a:endParaRPr sz="1300">
              <a:latin typeface="Comic Sans MS"/>
              <a:cs typeface="Comic Sans MS"/>
            </a:endParaRPr>
          </a:p>
          <a:p>
            <a:pPr marL="546100" marR="3451860" indent="-266700">
              <a:lnSpc>
                <a:spcPct val="129800"/>
              </a:lnSpc>
              <a:spcBef>
                <a:spcPts val="965"/>
              </a:spcBef>
            </a:pPr>
            <a:r>
              <a:rPr dirty="0" sz="1300" spc="-125">
                <a:latin typeface="Comic Sans MS"/>
                <a:cs typeface="Comic Sans MS"/>
              </a:rPr>
              <a:t>Activate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290">
                <a:latin typeface="Comic Sans MS"/>
                <a:cs typeface="Comic Sans MS"/>
              </a:rPr>
              <a:t>AI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35">
                <a:latin typeface="Comic Sans MS"/>
                <a:cs typeface="Comic Sans MS"/>
              </a:rPr>
              <a:t>features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55">
                <a:latin typeface="Comic Sans MS"/>
                <a:cs typeface="Comic Sans MS"/>
              </a:rPr>
              <a:t>in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05">
                <a:latin typeface="Comic Sans MS"/>
                <a:cs typeface="Comic Sans MS"/>
              </a:rPr>
              <a:t>existing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tools: </a:t>
            </a:r>
            <a:r>
              <a:rPr dirty="0" sz="1300" spc="-90">
                <a:latin typeface="Comic Sans MS"/>
                <a:cs typeface="Comic Sans MS"/>
              </a:rPr>
              <a:t>New</a:t>
            </a:r>
            <a:r>
              <a:rPr dirty="0" sz="1300" spc="-110">
                <a:latin typeface="Comic Sans MS"/>
                <a:cs typeface="Comic Sans MS"/>
              </a:rPr>
              <a:t> </a:t>
            </a:r>
            <a:r>
              <a:rPr dirty="0" sz="1300" spc="-80">
                <a:latin typeface="Comic Sans MS"/>
                <a:cs typeface="Comic Sans MS"/>
              </a:rPr>
              <a:t>Relic</a:t>
            </a:r>
            <a:r>
              <a:rPr dirty="0" sz="1300" spc="-105">
                <a:latin typeface="Comic Sans MS"/>
                <a:cs typeface="Comic Sans MS"/>
              </a:rPr>
              <a:t> </a:t>
            </a:r>
            <a:r>
              <a:rPr dirty="0" sz="1300" spc="-250">
                <a:latin typeface="Comic Sans MS"/>
                <a:cs typeface="Comic Sans MS"/>
              </a:rPr>
              <a:t>AIM</a:t>
            </a:r>
            <a:r>
              <a:rPr dirty="0" sz="1300" spc="-105">
                <a:latin typeface="Comic Sans MS"/>
                <a:cs typeface="Comic Sans MS"/>
              </a:rPr>
              <a:t> </a:t>
            </a:r>
            <a:r>
              <a:rPr dirty="0" sz="1300" spc="-170">
                <a:latin typeface="Comic Sans MS"/>
                <a:cs typeface="Comic Sans MS"/>
              </a:rPr>
              <a:t>for</a:t>
            </a:r>
            <a:r>
              <a:rPr dirty="0" sz="1300" spc="-105">
                <a:latin typeface="Comic Sans MS"/>
                <a:cs typeface="Comic Sans MS"/>
              </a:rPr>
              <a:t> </a:t>
            </a:r>
            <a:r>
              <a:rPr dirty="0" sz="1300" spc="-50">
                <a:latin typeface="Comic Sans MS"/>
                <a:cs typeface="Comic Sans MS"/>
              </a:rPr>
              <a:t>anomaly</a:t>
            </a:r>
            <a:r>
              <a:rPr dirty="0" sz="1300" spc="-110">
                <a:latin typeface="Comic Sans MS"/>
                <a:cs typeface="Comic Sans MS"/>
              </a:rPr>
              <a:t> </a:t>
            </a:r>
            <a:r>
              <a:rPr dirty="0" sz="1300" spc="-80">
                <a:latin typeface="Comic Sans MS"/>
                <a:cs typeface="Comic Sans MS"/>
              </a:rPr>
              <a:t>detection</a:t>
            </a:r>
            <a:endParaRPr sz="1300">
              <a:latin typeface="Comic Sans MS"/>
              <a:cs typeface="Comic Sans MS"/>
            </a:endParaRPr>
          </a:p>
          <a:p>
            <a:pPr marL="546100" marR="2785745">
              <a:lnSpc>
                <a:spcPts val="2480"/>
              </a:lnSpc>
              <a:spcBef>
                <a:spcPts val="155"/>
              </a:spcBef>
            </a:pPr>
            <a:r>
              <a:rPr dirty="0" sz="1300" spc="-75">
                <a:latin typeface="Comic Sans MS"/>
                <a:cs typeface="Comic Sans MS"/>
              </a:rPr>
              <a:t>Datadog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05">
                <a:latin typeface="Comic Sans MS"/>
                <a:cs typeface="Comic Sans MS"/>
              </a:rPr>
              <a:t>synthetic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80">
                <a:latin typeface="Comic Sans MS"/>
                <a:cs typeface="Comic Sans MS"/>
              </a:rPr>
              <a:t>monitoring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00">
                <a:latin typeface="Comic Sans MS"/>
                <a:cs typeface="Comic Sans MS"/>
              </a:rPr>
              <a:t>with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20">
                <a:latin typeface="Comic Sans MS"/>
                <a:cs typeface="Comic Sans MS"/>
              </a:rPr>
              <a:t>self-</a:t>
            </a:r>
            <a:r>
              <a:rPr dirty="0" sz="1300" spc="-30">
                <a:latin typeface="Comic Sans MS"/>
                <a:cs typeface="Comic Sans MS"/>
              </a:rPr>
              <a:t>healing </a:t>
            </a:r>
            <a:r>
              <a:rPr dirty="0" sz="1300" spc="-160">
                <a:latin typeface="Comic Sans MS"/>
                <a:cs typeface="Comic Sans MS"/>
              </a:rPr>
              <a:t>NPA</a:t>
            </a:r>
            <a:r>
              <a:rPr dirty="0" sz="1250" spc="-160">
                <a:latin typeface="Comic Sans MS"/>
                <a:cs typeface="Comic Sans MS"/>
              </a:rPr>
              <a:t>W</a:t>
            </a:r>
            <a:r>
              <a:rPr dirty="0" sz="1250" spc="-100">
                <a:latin typeface="Comic Sans MS"/>
                <a:cs typeface="Comic Sans MS"/>
              </a:rPr>
              <a:t> </a:t>
            </a:r>
            <a:r>
              <a:rPr dirty="0" sz="1300" spc="-60">
                <a:latin typeface="Comic Sans MS"/>
                <a:cs typeface="Comic Sans MS"/>
              </a:rPr>
              <a:t>video</a:t>
            </a:r>
            <a:r>
              <a:rPr dirty="0" sz="1300" spc="-114">
                <a:latin typeface="Comic Sans MS"/>
                <a:cs typeface="Comic Sans MS"/>
              </a:rPr>
              <a:t> </a:t>
            </a:r>
            <a:r>
              <a:rPr dirty="0" sz="1300" spc="-75">
                <a:latin typeface="Comic Sans MS"/>
                <a:cs typeface="Comic Sans MS"/>
              </a:rPr>
              <a:t>quality</a:t>
            </a:r>
            <a:r>
              <a:rPr dirty="0" sz="1300" spc="-114">
                <a:latin typeface="Comic Sans MS"/>
                <a:cs typeface="Comic Sans MS"/>
              </a:rPr>
              <a:t> </a:t>
            </a:r>
            <a:r>
              <a:rPr dirty="0" sz="1300" spc="-105">
                <a:latin typeface="Comic Sans MS"/>
                <a:cs typeface="Comic Sans MS"/>
              </a:rPr>
              <a:t>ML</a:t>
            </a:r>
            <a:r>
              <a:rPr dirty="0" sz="1300" spc="-114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models</a:t>
            </a:r>
            <a:endParaRPr sz="1300">
              <a:latin typeface="Comic Sans MS"/>
              <a:cs typeface="Comic Sans MS"/>
            </a:endParaRPr>
          </a:p>
          <a:p>
            <a:pPr marL="546100">
              <a:lnSpc>
                <a:spcPct val="100000"/>
              </a:lnSpc>
              <a:spcBef>
                <a:spcPts val="600"/>
              </a:spcBef>
            </a:pPr>
            <a:r>
              <a:rPr dirty="0" sz="1300" spc="-114">
                <a:latin typeface="Comic Sans MS"/>
                <a:cs typeface="Comic Sans MS"/>
              </a:rPr>
              <a:t>M</a:t>
            </a:r>
            <a:r>
              <a:rPr dirty="0" sz="1250" spc="-114">
                <a:latin typeface="Comic Sans MS"/>
                <a:cs typeface="Comic Sans MS"/>
              </a:rPr>
              <a:t>UX</a:t>
            </a:r>
            <a:r>
              <a:rPr dirty="0" sz="1250" spc="-95">
                <a:latin typeface="Comic Sans MS"/>
                <a:cs typeface="Comic Sans MS"/>
              </a:rPr>
              <a:t> </a:t>
            </a:r>
            <a:r>
              <a:rPr dirty="0" sz="1300" spc="-105">
                <a:latin typeface="Comic Sans MS"/>
                <a:cs typeface="Comic Sans MS"/>
              </a:rPr>
              <a:t>real-time </a:t>
            </a:r>
            <a:r>
              <a:rPr dirty="0" sz="1300" spc="-135">
                <a:latin typeface="Comic Sans MS"/>
                <a:cs typeface="Comic Sans MS"/>
              </a:rPr>
              <a:t>QoE</a:t>
            </a:r>
            <a:r>
              <a:rPr dirty="0" sz="1300" spc="-105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analytics</a:t>
            </a:r>
            <a:endParaRPr sz="1300">
              <a:latin typeface="Comic Sans MS"/>
              <a:cs typeface="Comic Sans MS"/>
            </a:endParaRPr>
          </a:p>
          <a:p>
            <a:pPr marL="279400">
              <a:lnSpc>
                <a:spcPct val="100000"/>
              </a:lnSpc>
              <a:spcBef>
                <a:spcPts val="1215"/>
              </a:spcBef>
            </a:pPr>
            <a:r>
              <a:rPr dirty="0" sz="1300" spc="-105">
                <a:latin typeface="Comic Sans MS"/>
                <a:cs typeface="Comic Sans MS"/>
              </a:rPr>
              <a:t>Establish</a:t>
            </a:r>
            <a:r>
              <a:rPr dirty="0" sz="1300" spc="-95">
                <a:latin typeface="Comic Sans MS"/>
                <a:cs typeface="Comic Sans MS"/>
              </a:rPr>
              <a:t> data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75">
                <a:latin typeface="Comic Sans MS"/>
                <a:cs typeface="Comic Sans MS"/>
              </a:rPr>
              <a:t>collection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40">
                <a:latin typeface="Comic Sans MS"/>
                <a:cs typeface="Comic Sans MS"/>
              </a:rPr>
              <a:t>and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95">
                <a:latin typeface="Comic Sans MS"/>
                <a:cs typeface="Comic Sans MS"/>
              </a:rPr>
              <a:t>storage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55">
                <a:latin typeface="Comic Sans MS"/>
                <a:cs typeface="Comic Sans MS"/>
              </a:rPr>
              <a:t>infrastructure</a:t>
            </a:r>
            <a:endParaRPr sz="1300">
              <a:latin typeface="Comic Sans MS"/>
              <a:cs typeface="Comic Sans MS"/>
            </a:endParaRPr>
          </a:p>
          <a:p>
            <a:pPr marL="279400">
              <a:lnSpc>
                <a:spcPct val="100000"/>
              </a:lnSpc>
              <a:spcBef>
                <a:spcPts val="840"/>
              </a:spcBef>
            </a:pPr>
            <a:r>
              <a:rPr dirty="0" sz="1300" spc="-110">
                <a:latin typeface="Comic Sans MS"/>
                <a:cs typeface="Comic Sans MS"/>
              </a:rPr>
              <a:t>Create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00">
                <a:latin typeface="Comic Sans MS"/>
                <a:cs typeface="Comic Sans MS"/>
              </a:rPr>
              <a:t>correlation</a:t>
            </a:r>
            <a:r>
              <a:rPr dirty="0" sz="1300" spc="-90">
                <a:latin typeface="Comic Sans MS"/>
                <a:cs typeface="Comic Sans MS"/>
              </a:rPr>
              <a:t> between </a:t>
            </a:r>
            <a:r>
              <a:rPr dirty="0" sz="1300" spc="-145">
                <a:latin typeface="Comic Sans MS"/>
                <a:cs typeface="Comic Sans MS"/>
              </a:rPr>
              <a:t>test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results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40">
                <a:latin typeface="Comic Sans MS"/>
                <a:cs typeface="Comic Sans MS"/>
              </a:rPr>
              <a:t>and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75">
                <a:latin typeface="Comic Sans MS"/>
                <a:cs typeface="Comic Sans MS"/>
              </a:rPr>
              <a:t>production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metrics</a:t>
            </a:r>
            <a:endParaRPr sz="13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dirty="0" sz="1300" spc="-65" b="1">
                <a:latin typeface="Comic Sans MS"/>
                <a:cs typeface="Comic Sans MS"/>
              </a:rPr>
              <a:t>M</a:t>
            </a:r>
            <a:r>
              <a:rPr dirty="0" sz="1350" spc="-65" b="1">
                <a:latin typeface="Comic Sans MS"/>
                <a:cs typeface="Comic Sans MS"/>
              </a:rPr>
              <a:t>i</a:t>
            </a:r>
            <a:r>
              <a:rPr dirty="0" sz="1300" spc="-65" b="1">
                <a:latin typeface="Comic Sans MS"/>
                <a:cs typeface="Comic Sans MS"/>
              </a:rPr>
              <a:t>l</a:t>
            </a:r>
            <a:r>
              <a:rPr dirty="0" sz="1350" spc="-65" b="1">
                <a:latin typeface="Comic Sans MS"/>
                <a:cs typeface="Comic Sans MS"/>
              </a:rPr>
              <a:t>e</a:t>
            </a:r>
            <a:r>
              <a:rPr dirty="0" sz="1300" spc="-65" b="1">
                <a:latin typeface="Comic Sans MS"/>
                <a:cs typeface="Comic Sans MS"/>
              </a:rPr>
              <a:t>ston</a:t>
            </a:r>
            <a:r>
              <a:rPr dirty="0" sz="1350" spc="-65" b="1">
                <a:latin typeface="Comic Sans MS"/>
                <a:cs typeface="Comic Sans MS"/>
              </a:rPr>
              <a:t>e</a:t>
            </a:r>
            <a:r>
              <a:rPr dirty="0" sz="1350" spc="-320" b="1">
                <a:latin typeface="Comic Sans MS"/>
                <a:cs typeface="Comic Sans MS"/>
              </a:rPr>
              <a:t> </a:t>
            </a:r>
            <a:r>
              <a:rPr dirty="0" sz="1300" spc="-195" b="1">
                <a:latin typeface="Comic Sans MS"/>
                <a:cs typeface="Comic Sans MS"/>
              </a:rPr>
              <a:t>1</a:t>
            </a:r>
            <a:r>
              <a:rPr dirty="0" sz="1300" spc="-300" b="1">
                <a:latin typeface="Comic Sans MS"/>
                <a:cs typeface="Comic Sans MS"/>
              </a:rPr>
              <a:t> </a:t>
            </a:r>
            <a:r>
              <a:rPr dirty="0" sz="1300" spc="-40" b="1">
                <a:latin typeface="Comic Sans MS"/>
                <a:cs typeface="Comic Sans MS"/>
              </a:rPr>
              <a:t>C</a:t>
            </a:r>
            <a:r>
              <a:rPr dirty="0" sz="1350" spc="-40" b="1">
                <a:latin typeface="Comic Sans MS"/>
                <a:cs typeface="Comic Sans MS"/>
              </a:rPr>
              <a:t>heck</a:t>
            </a:r>
            <a:r>
              <a:rPr dirty="0" sz="1300" spc="-40" b="1">
                <a:latin typeface="Comic Sans MS"/>
                <a:cs typeface="Comic Sans MS"/>
              </a:rPr>
              <a:t>po</a:t>
            </a:r>
            <a:r>
              <a:rPr dirty="0" sz="1350" spc="-40" b="1">
                <a:latin typeface="Comic Sans MS"/>
                <a:cs typeface="Comic Sans MS"/>
              </a:rPr>
              <a:t>i</a:t>
            </a:r>
            <a:r>
              <a:rPr dirty="0" sz="1300" spc="-40" b="1">
                <a:latin typeface="Comic Sans MS"/>
                <a:cs typeface="Comic Sans MS"/>
              </a:rPr>
              <a:t>nt</a:t>
            </a:r>
            <a:r>
              <a:rPr dirty="0" sz="1300" spc="-265" b="1">
                <a:latin typeface="Comic Sans MS"/>
                <a:cs typeface="Comic Sans MS"/>
              </a:rPr>
              <a:t> </a:t>
            </a:r>
            <a:r>
              <a:rPr dirty="0" sz="1300" spc="-75">
                <a:latin typeface="Comic Sans MS"/>
                <a:cs typeface="Comic Sans MS"/>
              </a:rPr>
              <a:t>(End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30">
                <a:latin typeface="Comic Sans MS"/>
                <a:cs typeface="Comic Sans MS"/>
              </a:rPr>
              <a:t>of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250" spc="-125">
                <a:latin typeface="Comic Sans MS"/>
                <a:cs typeface="Comic Sans MS"/>
              </a:rPr>
              <a:t>W</a:t>
            </a:r>
            <a:r>
              <a:rPr dirty="0" sz="1300" spc="-125">
                <a:latin typeface="Comic Sans MS"/>
                <a:cs typeface="Comic Sans MS"/>
              </a:rPr>
              <a:t>eek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25">
                <a:latin typeface="Comic Sans MS"/>
                <a:cs typeface="Comic Sans MS"/>
              </a:rPr>
              <a:t>8):</a:t>
            </a:r>
            <a:endParaRPr sz="1300">
              <a:latin typeface="Comic Sans MS"/>
              <a:cs typeface="Comic Sans MS"/>
            </a:endParaRPr>
          </a:p>
          <a:p>
            <a:pPr marL="442595" indent="-196850">
              <a:lnSpc>
                <a:spcPct val="100000"/>
              </a:lnSpc>
              <a:spcBef>
                <a:spcPts val="1505"/>
              </a:spcBef>
              <a:buSzPct val="111538"/>
              <a:buFont typeface="MS PGothic"/>
              <a:buChar char="✓"/>
              <a:tabLst>
                <a:tab pos="442595" algn="l"/>
              </a:tabLst>
            </a:pPr>
            <a:r>
              <a:rPr dirty="0" sz="1300" spc="-120">
                <a:latin typeface="Comic Sans MS"/>
                <a:cs typeface="Comic Sans MS"/>
              </a:rPr>
              <a:t>All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80">
                <a:latin typeface="Comic Sans MS"/>
                <a:cs typeface="Comic Sans MS"/>
              </a:rPr>
              <a:t>tools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14">
                <a:latin typeface="Comic Sans MS"/>
                <a:cs typeface="Comic Sans MS"/>
              </a:rPr>
              <a:t>integrated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40">
                <a:latin typeface="Comic Sans MS"/>
                <a:cs typeface="Comic Sans MS"/>
              </a:rPr>
              <a:t>and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75">
                <a:latin typeface="Comic Sans MS"/>
                <a:cs typeface="Comic Sans MS"/>
              </a:rPr>
              <a:t>collecting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20">
                <a:latin typeface="Comic Sans MS"/>
                <a:cs typeface="Comic Sans MS"/>
              </a:rPr>
              <a:t>data</a:t>
            </a:r>
            <a:endParaRPr sz="1300">
              <a:latin typeface="Comic Sans MS"/>
              <a:cs typeface="Comic Sans MS"/>
            </a:endParaRPr>
          </a:p>
          <a:p>
            <a:pPr marL="442595" indent="-196850">
              <a:lnSpc>
                <a:spcPct val="100000"/>
              </a:lnSpc>
              <a:spcBef>
                <a:spcPts val="840"/>
              </a:spcBef>
              <a:buSzPct val="111538"/>
              <a:buFont typeface="MS PGothic"/>
              <a:buChar char="✓"/>
              <a:tabLst>
                <a:tab pos="442595" algn="l"/>
              </a:tabLst>
            </a:pPr>
            <a:r>
              <a:rPr dirty="0" sz="1300" spc="-75">
                <a:latin typeface="Comic Sans MS"/>
                <a:cs typeface="Comic Sans MS"/>
              </a:rPr>
              <a:t>Baseline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metrics</a:t>
            </a:r>
            <a:r>
              <a:rPr dirty="0" sz="1300" spc="-75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established</a:t>
            </a:r>
            <a:endParaRPr sz="1300">
              <a:latin typeface="Comic Sans MS"/>
              <a:cs typeface="Comic Sans MS"/>
            </a:endParaRPr>
          </a:p>
          <a:p>
            <a:pPr marL="442595" indent="-196850">
              <a:lnSpc>
                <a:spcPct val="100000"/>
              </a:lnSpc>
              <a:spcBef>
                <a:spcPts val="915"/>
              </a:spcBef>
              <a:buSzPct val="116000"/>
              <a:buFont typeface="MS PGothic"/>
              <a:buChar char="✓"/>
              <a:tabLst>
                <a:tab pos="442595" algn="l"/>
              </a:tabLst>
            </a:pPr>
            <a:r>
              <a:rPr dirty="0" sz="1250" spc="-100">
                <a:latin typeface="Comic Sans MS"/>
                <a:cs typeface="Comic Sans MS"/>
              </a:rPr>
              <a:t>T</a:t>
            </a:r>
            <a:r>
              <a:rPr dirty="0" sz="1300" spc="-100">
                <a:latin typeface="Comic Sans MS"/>
                <a:cs typeface="Comic Sans MS"/>
              </a:rPr>
              <a:t>eam</a:t>
            </a:r>
            <a:r>
              <a:rPr dirty="0" sz="1300" spc="-110">
                <a:latin typeface="Comic Sans MS"/>
                <a:cs typeface="Comic Sans MS"/>
              </a:rPr>
              <a:t> trained </a:t>
            </a:r>
            <a:r>
              <a:rPr dirty="0" sz="1300">
                <a:latin typeface="Comic Sans MS"/>
                <a:cs typeface="Comic Sans MS"/>
              </a:rPr>
              <a:t>on</a:t>
            </a:r>
            <a:r>
              <a:rPr dirty="0" sz="1300" spc="-110">
                <a:latin typeface="Comic Sans MS"/>
                <a:cs typeface="Comic Sans MS"/>
              </a:rPr>
              <a:t> </a:t>
            </a:r>
            <a:r>
              <a:rPr dirty="0" sz="1300" spc="-35">
                <a:latin typeface="Comic Sans MS"/>
                <a:cs typeface="Comic Sans MS"/>
              </a:rPr>
              <a:t>new</a:t>
            </a:r>
            <a:r>
              <a:rPr dirty="0" sz="1300" spc="-110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tools</a:t>
            </a:r>
            <a:endParaRPr sz="1300">
              <a:latin typeface="Comic Sans MS"/>
              <a:cs typeface="Comic Sans MS"/>
            </a:endParaRPr>
          </a:p>
          <a:p>
            <a:pPr marL="442595" indent="-196850">
              <a:lnSpc>
                <a:spcPct val="100000"/>
              </a:lnSpc>
              <a:spcBef>
                <a:spcPts val="840"/>
              </a:spcBef>
              <a:buSzPct val="111538"/>
              <a:buFont typeface="MS PGothic"/>
              <a:buChar char="✓"/>
              <a:tabLst>
                <a:tab pos="442595" algn="l"/>
              </a:tabLst>
            </a:pPr>
            <a:r>
              <a:rPr dirty="0" sz="1300" spc="-150">
                <a:latin typeface="Comic Sans MS"/>
                <a:cs typeface="Comic Sans MS"/>
              </a:rPr>
              <a:t>Initial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05">
                <a:latin typeface="Comic Sans MS"/>
                <a:cs typeface="Comic Sans MS"/>
              </a:rPr>
              <a:t>synthetic</a:t>
            </a:r>
            <a:r>
              <a:rPr dirty="0" sz="1300" spc="-90">
                <a:latin typeface="Comic Sans MS"/>
                <a:cs typeface="Comic Sans MS"/>
              </a:rPr>
              <a:t> monitors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operational</a:t>
            </a:r>
            <a:endParaRPr sz="13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614"/>
              </a:spcBef>
            </a:pPr>
            <a:r>
              <a:rPr dirty="0" sz="1300" spc="-35" b="1">
                <a:latin typeface="Comic Sans MS"/>
                <a:cs typeface="Comic Sans MS"/>
              </a:rPr>
              <a:t>P</a:t>
            </a:r>
            <a:r>
              <a:rPr dirty="0" sz="1350" spc="-35" b="1">
                <a:latin typeface="Comic Sans MS"/>
                <a:cs typeface="Comic Sans MS"/>
              </a:rPr>
              <a:t>ha</a:t>
            </a:r>
            <a:r>
              <a:rPr dirty="0" sz="1300" spc="-35" b="1">
                <a:latin typeface="Comic Sans MS"/>
                <a:cs typeface="Comic Sans MS"/>
              </a:rPr>
              <a:t>s</a:t>
            </a:r>
            <a:r>
              <a:rPr dirty="0" sz="1350" spc="-35" b="1">
                <a:latin typeface="Comic Sans MS"/>
                <a:cs typeface="Comic Sans MS"/>
              </a:rPr>
              <a:t>e</a:t>
            </a:r>
            <a:r>
              <a:rPr dirty="0" sz="1350" spc="-310" b="1">
                <a:latin typeface="Comic Sans MS"/>
                <a:cs typeface="Comic Sans MS"/>
              </a:rPr>
              <a:t> </a:t>
            </a:r>
            <a:r>
              <a:rPr dirty="0" sz="1300" spc="-120" b="1">
                <a:latin typeface="Comic Sans MS"/>
                <a:cs typeface="Comic Sans MS"/>
              </a:rPr>
              <a:t>2:</a:t>
            </a:r>
            <a:r>
              <a:rPr dirty="0" sz="1300" spc="-295" b="1">
                <a:latin typeface="Comic Sans MS"/>
                <a:cs typeface="Comic Sans MS"/>
              </a:rPr>
              <a:t> </a:t>
            </a:r>
            <a:r>
              <a:rPr dirty="0" sz="1300" spc="-65" b="1">
                <a:latin typeface="Comic Sans MS"/>
                <a:cs typeface="Comic Sans MS"/>
              </a:rPr>
              <a:t>Opt</a:t>
            </a:r>
            <a:r>
              <a:rPr dirty="0" sz="1350" spc="-65" b="1">
                <a:latin typeface="Comic Sans MS"/>
                <a:cs typeface="Comic Sans MS"/>
              </a:rPr>
              <a:t>i</a:t>
            </a:r>
            <a:r>
              <a:rPr dirty="0" sz="1300" spc="-65" b="1">
                <a:latin typeface="Comic Sans MS"/>
                <a:cs typeface="Comic Sans MS"/>
              </a:rPr>
              <a:t>m</a:t>
            </a:r>
            <a:r>
              <a:rPr dirty="0" sz="1350" spc="-65" b="1">
                <a:latin typeface="Comic Sans MS"/>
                <a:cs typeface="Comic Sans MS"/>
              </a:rPr>
              <a:t>i</a:t>
            </a:r>
            <a:r>
              <a:rPr dirty="0" sz="1300" spc="-65" b="1">
                <a:latin typeface="Comic Sans MS"/>
                <a:cs typeface="Comic Sans MS"/>
              </a:rPr>
              <a:t>z</a:t>
            </a:r>
            <a:r>
              <a:rPr dirty="0" sz="1350" spc="-65" b="1">
                <a:latin typeface="Comic Sans MS"/>
                <a:cs typeface="Comic Sans MS"/>
              </a:rPr>
              <a:t>a</a:t>
            </a:r>
            <a:r>
              <a:rPr dirty="0" sz="1300" spc="-65" b="1">
                <a:latin typeface="Comic Sans MS"/>
                <a:cs typeface="Comic Sans MS"/>
              </a:rPr>
              <a:t>t</a:t>
            </a:r>
            <a:r>
              <a:rPr dirty="0" sz="1350" spc="-65" b="1">
                <a:latin typeface="Comic Sans MS"/>
                <a:cs typeface="Comic Sans MS"/>
              </a:rPr>
              <a:t>i</a:t>
            </a:r>
            <a:r>
              <a:rPr dirty="0" sz="1300" spc="-65" b="1">
                <a:latin typeface="Comic Sans MS"/>
                <a:cs typeface="Comic Sans MS"/>
              </a:rPr>
              <a:t>on</a:t>
            </a:r>
            <a:r>
              <a:rPr dirty="0" sz="1300" spc="-290" b="1">
                <a:latin typeface="Comic Sans MS"/>
                <a:cs typeface="Comic Sans MS"/>
              </a:rPr>
              <a:t> </a:t>
            </a:r>
            <a:r>
              <a:rPr dirty="0" sz="1300" spc="-80" b="1">
                <a:latin typeface="Comic Sans MS"/>
                <a:cs typeface="Comic Sans MS"/>
              </a:rPr>
              <a:t>(</a:t>
            </a:r>
            <a:r>
              <a:rPr dirty="0" sz="1250" spc="-80" b="1">
                <a:latin typeface="Comic Sans MS"/>
                <a:cs typeface="Comic Sans MS"/>
              </a:rPr>
              <a:t>W</a:t>
            </a:r>
            <a:r>
              <a:rPr dirty="0" sz="1350" spc="-80" b="1">
                <a:latin typeface="Comic Sans MS"/>
                <a:cs typeface="Comic Sans MS"/>
              </a:rPr>
              <a:t>eek</a:t>
            </a:r>
            <a:r>
              <a:rPr dirty="0" sz="1300" spc="-80" b="1">
                <a:latin typeface="Comic Sans MS"/>
                <a:cs typeface="Comic Sans MS"/>
              </a:rPr>
              <a:t>s</a:t>
            </a:r>
            <a:r>
              <a:rPr dirty="0" sz="1300" spc="-290" b="1">
                <a:latin typeface="Comic Sans MS"/>
                <a:cs typeface="Comic Sans MS"/>
              </a:rPr>
              <a:t> </a:t>
            </a:r>
            <a:r>
              <a:rPr dirty="0" sz="1300" spc="-155" b="1">
                <a:latin typeface="Comic Sans MS"/>
                <a:cs typeface="Comic Sans MS"/>
              </a:rPr>
              <a:t>9-</a:t>
            </a:r>
            <a:r>
              <a:rPr dirty="0" sz="1300" spc="-25" b="1">
                <a:latin typeface="Comic Sans MS"/>
                <a:cs typeface="Comic Sans MS"/>
              </a:rPr>
              <a:t>16)</a:t>
            </a:r>
            <a:endParaRPr sz="1300">
              <a:latin typeface="Comic Sans MS"/>
              <a:cs typeface="Comic Sans MS"/>
            </a:endParaRPr>
          </a:p>
          <a:p>
            <a:pPr marL="279400" marR="2804795" indent="-266700">
              <a:lnSpc>
                <a:spcPts val="3080"/>
              </a:lnSpc>
              <a:spcBef>
                <a:spcPts val="190"/>
              </a:spcBef>
            </a:pPr>
            <a:r>
              <a:rPr dirty="0" sz="1250" spc="-95" b="1">
                <a:latin typeface="Comic Sans MS"/>
                <a:cs typeface="Comic Sans MS"/>
              </a:rPr>
              <a:t>W</a:t>
            </a:r>
            <a:r>
              <a:rPr dirty="0" sz="1350" spc="-95" b="1">
                <a:latin typeface="Comic Sans MS"/>
                <a:cs typeface="Comic Sans MS"/>
              </a:rPr>
              <a:t>eek</a:t>
            </a:r>
            <a:r>
              <a:rPr dirty="0" sz="1300" spc="-95" b="1">
                <a:latin typeface="Comic Sans MS"/>
                <a:cs typeface="Comic Sans MS"/>
              </a:rPr>
              <a:t>s</a:t>
            </a:r>
            <a:r>
              <a:rPr dirty="0" sz="1300" spc="-275" b="1">
                <a:latin typeface="Comic Sans MS"/>
                <a:cs typeface="Comic Sans MS"/>
              </a:rPr>
              <a:t> </a:t>
            </a:r>
            <a:r>
              <a:rPr dirty="0" sz="1300" spc="-155" b="1">
                <a:latin typeface="Comic Sans MS"/>
                <a:cs typeface="Comic Sans MS"/>
              </a:rPr>
              <a:t>9-</a:t>
            </a:r>
            <a:r>
              <a:rPr dirty="0" sz="1300" spc="-145" b="1">
                <a:latin typeface="Comic Sans MS"/>
                <a:cs typeface="Comic Sans MS"/>
              </a:rPr>
              <a:t>10:</a:t>
            </a:r>
            <a:r>
              <a:rPr dirty="0" sz="1300" spc="-270" b="1">
                <a:latin typeface="Comic Sans MS"/>
                <a:cs typeface="Comic Sans MS"/>
              </a:rPr>
              <a:t> </a:t>
            </a:r>
            <a:r>
              <a:rPr dirty="0" sz="1300" spc="-95" b="1">
                <a:latin typeface="Comic Sans MS"/>
                <a:cs typeface="Comic Sans MS"/>
              </a:rPr>
              <a:t>Int</a:t>
            </a:r>
            <a:r>
              <a:rPr dirty="0" sz="1350" spc="-95" b="1">
                <a:latin typeface="Comic Sans MS"/>
                <a:cs typeface="Comic Sans MS"/>
              </a:rPr>
              <a:t>e</a:t>
            </a:r>
            <a:r>
              <a:rPr dirty="0" sz="1300" spc="-95" b="1">
                <a:latin typeface="Comic Sans MS"/>
                <a:cs typeface="Comic Sans MS"/>
              </a:rPr>
              <a:t>ll</a:t>
            </a:r>
            <a:r>
              <a:rPr dirty="0" sz="1350" spc="-95" b="1">
                <a:latin typeface="Comic Sans MS"/>
                <a:cs typeface="Comic Sans MS"/>
              </a:rPr>
              <a:t>ige</a:t>
            </a:r>
            <a:r>
              <a:rPr dirty="0" sz="1300" spc="-95" b="1">
                <a:latin typeface="Comic Sans MS"/>
                <a:cs typeface="Comic Sans MS"/>
              </a:rPr>
              <a:t>nt</a:t>
            </a:r>
            <a:r>
              <a:rPr dirty="0" sz="1300" spc="-275" b="1">
                <a:latin typeface="Comic Sans MS"/>
                <a:cs typeface="Comic Sans MS"/>
              </a:rPr>
              <a:t> </a:t>
            </a:r>
            <a:r>
              <a:rPr dirty="0" sz="1300" spc="-55" b="1">
                <a:latin typeface="Comic Sans MS"/>
                <a:cs typeface="Comic Sans MS"/>
              </a:rPr>
              <a:t>Mon</a:t>
            </a:r>
            <a:r>
              <a:rPr dirty="0" sz="1350" spc="-55" b="1">
                <a:latin typeface="Comic Sans MS"/>
                <a:cs typeface="Comic Sans MS"/>
              </a:rPr>
              <a:t>i</a:t>
            </a:r>
            <a:r>
              <a:rPr dirty="0" sz="1300" spc="-55" b="1">
                <a:latin typeface="Comic Sans MS"/>
                <a:cs typeface="Comic Sans MS"/>
              </a:rPr>
              <a:t>tor</a:t>
            </a:r>
            <a:r>
              <a:rPr dirty="0" sz="1350" spc="-55" b="1">
                <a:latin typeface="Comic Sans MS"/>
                <a:cs typeface="Comic Sans MS"/>
              </a:rPr>
              <a:t>i</a:t>
            </a:r>
            <a:r>
              <a:rPr dirty="0" sz="1300" spc="-55" b="1">
                <a:latin typeface="Comic Sans MS"/>
                <a:cs typeface="Comic Sans MS"/>
              </a:rPr>
              <a:t>n</a:t>
            </a:r>
            <a:r>
              <a:rPr dirty="0" sz="1350" spc="-55" b="1">
                <a:latin typeface="Comic Sans MS"/>
                <a:cs typeface="Comic Sans MS"/>
              </a:rPr>
              <a:t>g</a:t>
            </a:r>
            <a:r>
              <a:rPr dirty="0" sz="1350" spc="-290" b="1">
                <a:latin typeface="Comic Sans MS"/>
                <a:cs typeface="Comic Sans MS"/>
              </a:rPr>
              <a:t> </a:t>
            </a:r>
            <a:r>
              <a:rPr dirty="0" sz="1300" spc="-40" b="1">
                <a:latin typeface="Comic Sans MS"/>
                <a:cs typeface="Comic Sans MS"/>
              </a:rPr>
              <a:t>Impl</a:t>
            </a:r>
            <a:r>
              <a:rPr dirty="0" sz="1350" spc="-40" b="1">
                <a:latin typeface="Comic Sans MS"/>
                <a:cs typeface="Comic Sans MS"/>
              </a:rPr>
              <a:t>e</a:t>
            </a:r>
            <a:r>
              <a:rPr dirty="0" sz="1300" spc="-40" b="1">
                <a:latin typeface="Comic Sans MS"/>
                <a:cs typeface="Comic Sans MS"/>
              </a:rPr>
              <a:t>m</a:t>
            </a:r>
            <a:r>
              <a:rPr dirty="0" sz="1350" spc="-40" b="1">
                <a:latin typeface="Comic Sans MS"/>
                <a:cs typeface="Comic Sans MS"/>
              </a:rPr>
              <a:t>e</a:t>
            </a:r>
            <a:r>
              <a:rPr dirty="0" sz="1300" spc="-40" b="1">
                <a:latin typeface="Comic Sans MS"/>
                <a:cs typeface="Comic Sans MS"/>
              </a:rPr>
              <a:t>nt</a:t>
            </a:r>
            <a:r>
              <a:rPr dirty="0" sz="1350" spc="-40" b="1">
                <a:latin typeface="Comic Sans MS"/>
                <a:cs typeface="Comic Sans MS"/>
              </a:rPr>
              <a:t>a</a:t>
            </a:r>
            <a:r>
              <a:rPr dirty="0" sz="1300" spc="-40" b="1">
                <a:latin typeface="Comic Sans MS"/>
                <a:cs typeface="Comic Sans MS"/>
              </a:rPr>
              <a:t>t</a:t>
            </a:r>
            <a:r>
              <a:rPr dirty="0" sz="1350" spc="-40" b="1">
                <a:latin typeface="Comic Sans MS"/>
                <a:cs typeface="Comic Sans MS"/>
              </a:rPr>
              <a:t>i</a:t>
            </a:r>
            <a:r>
              <a:rPr dirty="0" sz="1300" spc="-40" b="1">
                <a:latin typeface="Comic Sans MS"/>
                <a:cs typeface="Comic Sans MS"/>
              </a:rPr>
              <a:t>on </a:t>
            </a:r>
            <a:r>
              <a:rPr dirty="0" sz="1300" spc="-65">
                <a:latin typeface="Comic Sans MS"/>
                <a:cs typeface="Comic Sans MS"/>
              </a:rPr>
              <a:t>Deploy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05">
                <a:latin typeface="Comic Sans MS"/>
                <a:cs typeface="Comic Sans MS"/>
              </a:rPr>
              <a:t>ML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50">
                <a:latin typeface="Comic Sans MS"/>
                <a:cs typeface="Comic Sans MS"/>
              </a:rPr>
              <a:t>anomaly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100">
                <a:latin typeface="Comic Sans MS"/>
                <a:cs typeface="Comic Sans MS"/>
              </a:rPr>
              <a:t>detection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models</a:t>
            </a:r>
            <a:endParaRPr sz="1300">
              <a:latin typeface="Comic Sans MS"/>
              <a:cs typeface="Comic Sans MS"/>
            </a:endParaRPr>
          </a:p>
          <a:p>
            <a:pPr marL="279400">
              <a:lnSpc>
                <a:spcPct val="100000"/>
              </a:lnSpc>
              <a:spcBef>
                <a:spcPts val="480"/>
              </a:spcBef>
            </a:pPr>
            <a:r>
              <a:rPr dirty="0" sz="1300" spc="-114">
                <a:latin typeface="Comic Sans MS"/>
                <a:cs typeface="Comic Sans MS"/>
              </a:rPr>
              <a:t>Implement</a:t>
            </a:r>
            <a:r>
              <a:rPr dirty="0" sz="1300" spc="-65">
                <a:latin typeface="Comic Sans MS"/>
                <a:cs typeface="Comic Sans MS"/>
              </a:rPr>
              <a:t> </a:t>
            </a:r>
            <a:r>
              <a:rPr dirty="0" sz="1300" spc="-100">
                <a:latin typeface="Comic Sans MS"/>
                <a:cs typeface="Comic Sans MS"/>
              </a:rPr>
              <a:t>predictive</a:t>
            </a:r>
            <a:r>
              <a:rPr dirty="0" sz="1300" spc="-65">
                <a:latin typeface="Comic Sans MS"/>
                <a:cs typeface="Comic Sans MS"/>
              </a:rPr>
              <a:t> </a:t>
            </a:r>
            <a:r>
              <a:rPr dirty="0" sz="1300" spc="-130">
                <a:latin typeface="Comic Sans MS"/>
                <a:cs typeface="Comic Sans MS"/>
              </a:rPr>
              <a:t>failure</a:t>
            </a:r>
            <a:r>
              <a:rPr dirty="0" sz="1300" spc="-60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analysis</a:t>
            </a:r>
            <a:endParaRPr sz="1300">
              <a:latin typeface="Comic Sans MS"/>
              <a:cs typeface="Comic Sans MS"/>
            </a:endParaRPr>
          </a:p>
          <a:p>
            <a:pPr marL="279400">
              <a:lnSpc>
                <a:spcPct val="100000"/>
              </a:lnSpc>
              <a:spcBef>
                <a:spcPts val="915"/>
              </a:spcBef>
            </a:pPr>
            <a:r>
              <a:rPr dirty="0" sz="1300" spc="-110">
                <a:latin typeface="Comic Sans MS"/>
                <a:cs typeface="Comic Sans MS"/>
              </a:rPr>
              <a:t>Create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90">
                <a:latin typeface="Comic Sans MS"/>
                <a:cs typeface="Comic Sans MS"/>
              </a:rPr>
              <a:t>automated</a:t>
            </a:r>
            <a:r>
              <a:rPr dirty="0" sz="1300" spc="-75">
                <a:latin typeface="Comic Sans MS"/>
                <a:cs typeface="Comic Sans MS"/>
              </a:rPr>
              <a:t> </a:t>
            </a:r>
            <a:r>
              <a:rPr dirty="0" sz="1300" spc="-130">
                <a:latin typeface="Comic Sans MS"/>
                <a:cs typeface="Comic Sans MS"/>
              </a:rPr>
              <a:t>alert</a:t>
            </a:r>
            <a:r>
              <a:rPr dirty="0" sz="1300" spc="-75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correlation</a:t>
            </a:r>
            <a:endParaRPr sz="13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57200" y="3428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57200" y="11144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57200" y="14192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57200" y="17335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457200" y="20383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457200" y="28098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57200" y="31146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457200" y="34289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457200" y="37337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457200" y="45053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457200" y="48101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457200" y="51244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457200" y="54292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457200" y="66008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457200" y="69056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457200" y="72199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457200" y="75247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457200" y="82962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457200" y="86010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457200" y="89154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457200" y="92202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457200" y="9991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457200" y="102965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338236" y="237710"/>
            <a:ext cx="3707765" cy="101815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78765">
              <a:lnSpc>
                <a:spcPct val="100000"/>
              </a:lnSpc>
              <a:spcBef>
                <a:spcPts val="125"/>
              </a:spcBef>
            </a:pPr>
            <a:r>
              <a:rPr dirty="0" sz="1300" spc="-75">
                <a:latin typeface="Comic Sans MS"/>
                <a:cs typeface="Comic Sans MS"/>
              </a:rPr>
              <a:t>Build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120">
                <a:latin typeface="Comic Sans MS"/>
                <a:cs typeface="Comic Sans MS"/>
              </a:rPr>
              <a:t>self-</a:t>
            </a:r>
            <a:r>
              <a:rPr dirty="0" sz="1300" spc="-70">
                <a:latin typeface="Comic Sans MS"/>
                <a:cs typeface="Comic Sans MS"/>
              </a:rPr>
              <a:t>healing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145">
                <a:latin typeface="Comic Sans MS"/>
                <a:cs typeface="Comic Sans MS"/>
              </a:rPr>
              <a:t>test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capabilities</a:t>
            </a:r>
            <a:endParaRPr sz="13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dirty="0" sz="1250" spc="-95" b="1">
                <a:latin typeface="Comic Sans MS"/>
                <a:cs typeface="Comic Sans MS"/>
              </a:rPr>
              <a:t>W</a:t>
            </a:r>
            <a:r>
              <a:rPr dirty="0" sz="1350" spc="-95" b="1">
                <a:latin typeface="Comic Sans MS"/>
                <a:cs typeface="Comic Sans MS"/>
              </a:rPr>
              <a:t>eek</a:t>
            </a:r>
            <a:r>
              <a:rPr dirty="0" sz="1300" spc="-95" b="1">
                <a:latin typeface="Comic Sans MS"/>
                <a:cs typeface="Comic Sans MS"/>
              </a:rPr>
              <a:t>s</a:t>
            </a:r>
            <a:r>
              <a:rPr dirty="0" sz="1300" spc="-300" b="1">
                <a:latin typeface="Comic Sans MS"/>
                <a:cs typeface="Comic Sans MS"/>
              </a:rPr>
              <a:t> </a:t>
            </a:r>
            <a:r>
              <a:rPr dirty="0" sz="1300" spc="-250" b="1">
                <a:latin typeface="Comic Sans MS"/>
                <a:cs typeface="Comic Sans MS"/>
              </a:rPr>
              <a:t>11-</a:t>
            </a:r>
            <a:r>
              <a:rPr dirty="0" sz="1300" spc="-160" b="1">
                <a:latin typeface="Comic Sans MS"/>
                <a:cs typeface="Comic Sans MS"/>
              </a:rPr>
              <a:t>12:</a:t>
            </a:r>
            <a:r>
              <a:rPr dirty="0" sz="1300" spc="-295" b="1">
                <a:latin typeface="Comic Sans MS"/>
                <a:cs typeface="Comic Sans MS"/>
              </a:rPr>
              <a:t> </a:t>
            </a:r>
            <a:r>
              <a:rPr dirty="0" sz="1300" spc="-65" b="1">
                <a:latin typeface="Comic Sans MS"/>
                <a:cs typeface="Comic Sans MS"/>
              </a:rPr>
              <a:t>D</a:t>
            </a:r>
            <a:r>
              <a:rPr dirty="0" sz="1350" spc="-65" b="1">
                <a:latin typeface="Comic Sans MS"/>
                <a:cs typeface="Comic Sans MS"/>
              </a:rPr>
              <a:t>e</a:t>
            </a:r>
            <a:r>
              <a:rPr dirty="0" sz="1300" spc="-65" b="1">
                <a:latin typeface="Comic Sans MS"/>
                <a:cs typeface="Comic Sans MS"/>
              </a:rPr>
              <a:t>v</a:t>
            </a:r>
            <a:r>
              <a:rPr dirty="0" sz="1350" spc="-65" b="1">
                <a:latin typeface="Comic Sans MS"/>
                <a:cs typeface="Comic Sans MS"/>
              </a:rPr>
              <a:t>ice</a:t>
            </a:r>
            <a:r>
              <a:rPr dirty="0" sz="1350" spc="-320" b="1">
                <a:latin typeface="Comic Sans MS"/>
                <a:cs typeface="Comic Sans MS"/>
              </a:rPr>
              <a:t> </a:t>
            </a:r>
            <a:r>
              <a:rPr dirty="0" sz="1300" spc="-45" b="1">
                <a:latin typeface="Comic Sans MS"/>
                <a:cs typeface="Comic Sans MS"/>
              </a:rPr>
              <a:t>R</a:t>
            </a:r>
            <a:r>
              <a:rPr dirty="0" sz="1350" spc="-45" b="1">
                <a:latin typeface="Comic Sans MS"/>
                <a:cs typeface="Comic Sans MS"/>
              </a:rPr>
              <a:t>ed</a:t>
            </a:r>
            <a:r>
              <a:rPr dirty="0" sz="1300" spc="-45" b="1">
                <a:latin typeface="Comic Sans MS"/>
                <a:cs typeface="Comic Sans MS"/>
              </a:rPr>
              <a:t>u</a:t>
            </a:r>
            <a:r>
              <a:rPr dirty="0" sz="1350" spc="-45" b="1">
                <a:latin typeface="Comic Sans MS"/>
                <a:cs typeface="Comic Sans MS"/>
              </a:rPr>
              <a:t>c</a:t>
            </a:r>
            <a:r>
              <a:rPr dirty="0" sz="1300" spc="-45" b="1">
                <a:latin typeface="Comic Sans MS"/>
                <a:cs typeface="Comic Sans MS"/>
              </a:rPr>
              <a:t>t</a:t>
            </a:r>
            <a:r>
              <a:rPr dirty="0" sz="1350" spc="-45" b="1">
                <a:latin typeface="Comic Sans MS"/>
                <a:cs typeface="Comic Sans MS"/>
              </a:rPr>
              <a:t>i</a:t>
            </a:r>
            <a:r>
              <a:rPr dirty="0" sz="1300" spc="-45" b="1">
                <a:latin typeface="Comic Sans MS"/>
                <a:cs typeface="Comic Sans MS"/>
              </a:rPr>
              <a:t>on</a:t>
            </a:r>
            <a:r>
              <a:rPr dirty="0" sz="1300" spc="-295" b="1">
                <a:latin typeface="Comic Sans MS"/>
                <a:cs typeface="Comic Sans MS"/>
              </a:rPr>
              <a:t> </a:t>
            </a:r>
            <a:r>
              <a:rPr dirty="0" sz="1250" spc="-20" b="1">
                <a:latin typeface="Comic Sans MS"/>
                <a:cs typeface="Comic Sans MS"/>
              </a:rPr>
              <a:t>T</a:t>
            </a:r>
            <a:r>
              <a:rPr dirty="0" sz="1300" spc="-20" b="1">
                <a:latin typeface="Comic Sans MS"/>
                <a:cs typeface="Comic Sans MS"/>
              </a:rPr>
              <a:t>r</a:t>
            </a:r>
            <a:r>
              <a:rPr dirty="0" sz="1350" spc="-20" b="1">
                <a:latin typeface="Comic Sans MS"/>
                <a:cs typeface="Comic Sans MS"/>
              </a:rPr>
              <a:t>ia</a:t>
            </a:r>
            <a:r>
              <a:rPr dirty="0" sz="1300" spc="-20" b="1">
                <a:latin typeface="Comic Sans MS"/>
                <a:cs typeface="Comic Sans MS"/>
              </a:rPr>
              <a:t>l</a:t>
            </a:r>
            <a:endParaRPr sz="1300">
              <a:latin typeface="Comic Sans MS"/>
              <a:cs typeface="Comic Sans MS"/>
            </a:endParaRPr>
          </a:p>
          <a:p>
            <a:pPr marL="278765" marR="540385">
              <a:lnSpc>
                <a:spcPct val="153800"/>
              </a:lnSpc>
              <a:spcBef>
                <a:spcPts val="665"/>
              </a:spcBef>
            </a:pPr>
            <a:r>
              <a:rPr dirty="0" sz="1300" spc="-65">
                <a:latin typeface="Comic Sans MS"/>
                <a:cs typeface="Comic Sans MS"/>
              </a:rPr>
              <a:t>Reduce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70">
                <a:latin typeface="Comic Sans MS"/>
                <a:cs typeface="Comic Sans MS"/>
              </a:rPr>
              <a:t>device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testing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75">
                <a:latin typeface="Comic Sans MS"/>
                <a:cs typeface="Comic Sans MS"/>
              </a:rPr>
              <a:t>by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95">
                <a:latin typeface="Comic Sans MS"/>
                <a:cs typeface="Comic Sans MS"/>
              </a:rPr>
              <a:t>50</a:t>
            </a:r>
            <a:r>
              <a:rPr dirty="0" sz="1250" spc="-95">
                <a:latin typeface="Bodoni MT"/>
                <a:cs typeface="Bodoni MT"/>
              </a:rPr>
              <a:t>%</a:t>
            </a:r>
            <a:r>
              <a:rPr dirty="0" sz="1250" spc="-15">
                <a:latin typeface="Bodoni MT"/>
                <a:cs typeface="Bodoni MT"/>
              </a:rPr>
              <a:t> </a:t>
            </a:r>
            <a:r>
              <a:rPr dirty="0" sz="1300" spc="-170">
                <a:latin typeface="Comic Sans MS"/>
                <a:cs typeface="Comic Sans MS"/>
              </a:rPr>
              <a:t>for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90">
                <a:latin typeface="Comic Sans MS"/>
                <a:cs typeface="Comic Sans MS"/>
              </a:rPr>
              <a:t>pilot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25">
                <a:latin typeface="Comic Sans MS"/>
                <a:cs typeface="Comic Sans MS"/>
              </a:rPr>
              <a:t>app </a:t>
            </a:r>
            <a:r>
              <a:rPr dirty="0" sz="1300" spc="-110">
                <a:latin typeface="Comic Sans MS"/>
                <a:cs typeface="Comic Sans MS"/>
              </a:rPr>
              <a:t>Monitor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75">
                <a:latin typeface="Comic Sans MS"/>
                <a:cs typeface="Comic Sans MS"/>
              </a:rPr>
              <a:t>quality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metrics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closely</a:t>
            </a:r>
            <a:endParaRPr sz="1300">
              <a:latin typeface="Comic Sans MS"/>
              <a:cs typeface="Comic Sans MS"/>
            </a:endParaRPr>
          </a:p>
          <a:p>
            <a:pPr marL="278765" marR="542925">
              <a:lnSpc>
                <a:spcPct val="153800"/>
              </a:lnSpc>
              <a:spcBef>
                <a:spcPts val="80"/>
              </a:spcBef>
            </a:pPr>
            <a:r>
              <a:rPr dirty="0" sz="1300" spc="-114">
                <a:latin typeface="Comic Sans MS"/>
                <a:cs typeface="Comic Sans MS"/>
              </a:rPr>
              <a:t>Implement</a:t>
            </a:r>
            <a:r>
              <a:rPr dirty="0" sz="1300" spc="-75">
                <a:latin typeface="Comic Sans MS"/>
                <a:cs typeface="Comic Sans MS"/>
              </a:rPr>
              <a:t> </a:t>
            </a:r>
            <a:r>
              <a:rPr dirty="0" sz="1300" spc="-50">
                <a:latin typeface="Comic Sans MS"/>
                <a:cs typeface="Comic Sans MS"/>
              </a:rPr>
              <a:t>chaos</a:t>
            </a:r>
            <a:r>
              <a:rPr dirty="0" sz="1300" spc="-75">
                <a:latin typeface="Comic Sans MS"/>
                <a:cs typeface="Comic Sans MS"/>
              </a:rPr>
              <a:t> engineering </a:t>
            </a:r>
            <a:r>
              <a:rPr dirty="0" sz="1300" spc="-170">
                <a:latin typeface="Comic Sans MS"/>
                <a:cs typeface="Comic Sans MS"/>
              </a:rPr>
              <a:t>for</a:t>
            </a:r>
            <a:r>
              <a:rPr dirty="0" sz="1300" spc="-75">
                <a:latin typeface="Comic Sans MS"/>
                <a:cs typeface="Comic Sans MS"/>
              </a:rPr>
              <a:t> </a:t>
            </a:r>
            <a:r>
              <a:rPr dirty="0" sz="1300" spc="-60">
                <a:latin typeface="Comic Sans MS"/>
                <a:cs typeface="Comic Sans MS"/>
              </a:rPr>
              <a:t>validation </a:t>
            </a:r>
            <a:r>
              <a:rPr dirty="0" sz="1300" spc="-114">
                <a:latin typeface="Comic Sans MS"/>
                <a:cs typeface="Comic Sans MS"/>
              </a:rPr>
              <a:t>Gather</a:t>
            </a:r>
            <a:r>
              <a:rPr dirty="0" sz="1300" spc="-95">
                <a:latin typeface="Comic Sans MS"/>
                <a:cs typeface="Comic Sans MS"/>
              </a:rPr>
              <a:t> team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05">
                <a:latin typeface="Comic Sans MS"/>
                <a:cs typeface="Comic Sans MS"/>
              </a:rPr>
              <a:t>feedback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40">
                <a:latin typeface="Comic Sans MS"/>
                <a:cs typeface="Comic Sans MS"/>
              </a:rPr>
              <a:t>and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adjust</a:t>
            </a:r>
            <a:endParaRPr sz="13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dirty="0" sz="1250" spc="-95" b="1">
                <a:latin typeface="Comic Sans MS"/>
                <a:cs typeface="Comic Sans MS"/>
              </a:rPr>
              <a:t>W</a:t>
            </a:r>
            <a:r>
              <a:rPr dirty="0" sz="1350" spc="-95" b="1">
                <a:latin typeface="Comic Sans MS"/>
                <a:cs typeface="Comic Sans MS"/>
              </a:rPr>
              <a:t>eek</a:t>
            </a:r>
            <a:r>
              <a:rPr dirty="0" sz="1300" spc="-95" b="1">
                <a:latin typeface="Comic Sans MS"/>
                <a:cs typeface="Comic Sans MS"/>
              </a:rPr>
              <a:t>s</a:t>
            </a:r>
            <a:r>
              <a:rPr dirty="0" sz="1300" spc="-290" b="1">
                <a:latin typeface="Comic Sans MS"/>
                <a:cs typeface="Comic Sans MS"/>
              </a:rPr>
              <a:t> </a:t>
            </a:r>
            <a:r>
              <a:rPr dirty="0" sz="1300" spc="-190" b="1">
                <a:latin typeface="Comic Sans MS"/>
                <a:cs typeface="Comic Sans MS"/>
              </a:rPr>
              <a:t>13-</a:t>
            </a:r>
            <a:r>
              <a:rPr dirty="0" sz="1300" spc="-145" b="1">
                <a:latin typeface="Comic Sans MS"/>
                <a:cs typeface="Comic Sans MS"/>
              </a:rPr>
              <a:t>16:</a:t>
            </a:r>
            <a:r>
              <a:rPr dirty="0" sz="1300" spc="-290" b="1">
                <a:latin typeface="Comic Sans MS"/>
                <a:cs typeface="Comic Sans MS"/>
              </a:rPr>
              <a:t> </a:t>
            </a:r>
            <a:r>
              <a:rPr dirty="0" sz="1300" spc="-35" b="1">
                <a:latin typeface="Comic Sans MS"/>
                <a:cs typeface="Comic Sans MS"/>
              </a:rPr>
              <a:t>Pro</a:t>
            </a:r>
            <a:r>
              <a:rPr dirty="0" sz="1350" spc="-35" b="1">
                <a:latin typeface="Comic Sans MS"/>
                <a:cs typeface="Comic Sans MS"/>
              </a:rPr>
              <a:t>ce</a:t>
            </a:r>
            <a:r>
              <a:rPr dirty="0" sz="1300" spc="-35" b="1">
                <a:latin typeface="Comic Sans MS"/>
                <a:cs typeface="Comic Sans MS"/>
              </a:rPr>
              <a:t>ss</a:t>
            </a:r>
            <a:r>
              <a:rPr dirty="0" sz="1300" spc="-285" b="1">
                <a:latin typeface="Comic Sans MS"/>
                <a:cs typeface="Comic Sans MS"/>
              </a:rPr>
              <a:t> </a:t>
            </a:r>
            <a:r>
              <a:rPr dirty="0" sz="1300" spc="-10" b="1">
                <a:latin typeface="Comic Sans MS"/>
                <a:cs typeface="Comic Sans MS"/>
              </a:rPr>
              <a:t>R</a:t>
            </a:r>
            <a:r>
              <a:rPr dirty="0" sz="1350" spc="-10" b="1">
                <a:latin typeface="Comic Sans MS"/>
                <a:cs typeface="Comic Sans MS"/>
              </a:rPr>
              <a:t>efi</a:t>
            </a:r>
            <a:r>
              <a:rPr dirty="0" sz="1300" spc="-10" b="1">
                <a:latin typeface="Comic Sans MS"/>
                <a:cs typeface="Comic Sans MS"/>
              </a:rPr>
              <a:t>n</a:t>
            </a:r>
            <a:r>
              <a:rPr dirty="0" sz="1350" spc="-10" b="1">
                <a:latin typeface="Comic Sans MS"/>
                <a:cs typeface="Comic Sans MS"/>
              </a:rPr>
              <a:t>e</a:t>
            </a:r>
            <a:r>
              <a:rPr dirty="0" sz="1300" spc="-10" b="1">
                <a:latin typeface="Comic Sans MS"/>
                <a:cs typeface="Comic Sans MS"/>
              </a:rPr>
              <a:t>m</a:t>
            </a:r>
            <a:r>
              <a:rPr dirty="0" sz="1350" spc="-10" b="1">
                <a:latin typeface="Comic Sans MS"/>
                <a:cs typeface="Comic Sans MS"/>
              </a:rPr>
              <a:t>e</a:t>
            </a:r>
            <a:r>
              <a:rPr dirty="0" sz="1300" spc="-10" b="1">
                <a:latin typeface="Comic Sans MS"/>
                <a:cs typeface="Comic Sans MS"/>
              </a:rPr>
              <a:t>nt</a:t>
            </a:r>
            <a:endParaRPr sz="1300">
              <a:latin typeface="Comic Sans MS"/>
              <a:cs typeface="Comic Sans MS"/>
            </a:endParaRPr>
          </a:p>
          <a:p>
            <a:pPr marL="278765" marR="633730">
              <a:lnSpc>
                <a:spcPct val="156200"/>
              </a:lnSpc>
              <a:spcBef>
                <a:spcPts val="625"/>
              </a:spcBef>
            </a:pPr>
            <a:r>
              <a:rPr dirty="0" sz="1300" spc="-110">
                <a:latin typeface="Comic Sans MS"/>
                <a:cs typeface="Comic Sans MS"/>
              </a:rPr>
              <a:t>Optimize</a:t>
            </a:r>
            <a:r>
              <a:rPr dirty="0" sz="1300" spc="-75">
                <a:latin typeface="Comic Sans MS"/>
                <a:cs typeface="Comic Sans MS"/>
              </a:rPr>
              <a:t> </a:t>
            </a:r>
            <a:r>
              <a:rPr dirty="0" sz="1300" spc="-105">
                <a:latin typeface="Comic Sans MS"/>
                <a:cs typeface="Comic Sans MS"/>
              </a:rPr>
              <a:t>synthetic</a:t>
            </a:r>
            <a:r>
              <a:rPr dirty="0" sz="1300" spc="-70">
                <a:latin typeface="Comic Sans MS"/>
                <a:cs typeface="Comic Sans MS"/>
              </a:rPr>
              <a:t> </a:t>
            </a:r>
            <a:r>
              <a:rPr dirty="0" sz="1300" spc="-95">
                <a:latin typeface="Comic Sans MS"/>
                <a:cs typeface="Comic Sans MS"/>
              </a:rPr>
              <a:t>monitor</a:t>
            </a:r>
            <a:r>
              <a:rPr dirty="0" sz="1300" spc="-70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coverage </a:t>
            </a:r>
            <a:r>
              <a:rPr dirty="0" sz="1300" spc="-90">
                <a:latin typeface="Comic Sans MS"/>
                <a:cs typeface="Comic Sans MS"/>
              </a:rPr>
              <a:t>Fine-</a:t>
            </a:r>
            <a:r>
              <a:rPr dirty="0" sz="1300" spc="-85">
                <a:latin typeface="Comic Sans MS"/>
                <a:cs typeface="Comic Sans MS"/>
              </a:rPr>
              <a:t>tune</a:t>
            </a:r>
            <a:r>
              <a:rPr dirty="0" sz="1300" spc="-105">
                <a:latin typeface="Comic Sans MS"/>
                <a:cs typeface="Comic Sans MS"/>
              </a:rPr>
              <a:t> ML </a:t>
            </a:r>
            <a:r>
              <a:rPr dirty="0" sz="1300" spc="-55">
                <a:latin typeface="Comic Sans MS"/>
                <a:cs typeface="Comic Sans MS"/>
              </a:rPr>
              <a:t>models</a:t>
            </a:r>
            <a:r>
              <a:rPr dirty="0" sz="1300" spc="-105">
                <a:latin typeface="Comic Sans MS"/>
                <a:cs typeface="Comic Sans MS"/>
              </a:rPr>
              <a:t> </a:t>
            </a:r>
            <a:r>
              <a:rPr dirty="0" sz="1300" spc="-65">
                <a:latin typeface="Comic Sans MS"/>
                <a:cs typeface="Comic Sans MS"/>
              </a:rPr>
              <a:t>based</a:t>
            </a:r>
            <a:r>
              <a:rPr dirty="0" sz="1300" spc="-105">
                <a:latin typeface="Comic Sans MS"/>
                <a:cs typeface="Comic Sans MS"/>
              </a:rPr>
              <a:t> </a:t>
            </a:r>
            <a:r>
              <a:rPr dirty="0" sz="1300">
                <a:latin typeface="Comic Sans MS"/>
                <a:cs typeface="Comic Sans MS"/>
              </a:rPr>
              <a:t>on</a:t>
            </a:r>
            <a:r>
              <a:rPr dirty="0" sz="1300" spc="-105">
                <a:latin typeface="Comic Sans MS"/>
                <a:cs typeface="Comic Sans MS"/>
              </a:rPr>
              <a:t> </a:t>
            </a:r>
            <a:r>
              <a:rPr dirty="0" sz="1300" spc="-20">
                <a:latin typeface="Comic Sans MS"/>
                <a:cs typeface="Comic Sans MS"/>
              </a:rPr>
              <a:t>data </a:t>
            </a:r>
            <a:r>
              <a:rPr dirty="0" sz="1300" spc="-114">
                <a:latin typeface="Comic Sans MS"/>
                <a:cs typeface="Comic Sans MS"/>
              </a:rPr>
              <a:t>Implement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90">
                <a:latin typeface="Comic Sans MS"/>
                <a:cs typeface="Comic Sans MS"/>
              </a:rPr>
              <a:t>automated</a:t>
            </a:r>
            <a:r>
              <a:rPr dirty="0" sz="1300" spc="-75">
                <a:latin typeface="Comic Sans MS"/>
                <a:cs typeface="Comic Sans MS"/>
              </a:rPr>
              <a:t> </a:t>
            </a:r>
            <a:r>
              <a:rPr dirty="0" sz="1300" spc="-120">
                <a:latin typeface="Comic Sans MS"/>
                <a:cs typeface="Comic Sans MS"/>
              </a:rPr>
              <a:t>root</a:t>
            </a:r>
            <a:r>
              <a:rPr dirty="0" sz="1300" spc="-75">
                <a:latin typeface="Comic Sans MS"/>
                <a:cs typeface="Comic Sans MS"/>
              </a:rPr>
              <a:t> </a:t>
            </a:r>
            <a:r>
              <a:rPr dirty="0" sz="1300" spc="-50">
                <a:latin typeface="Comic Sans MS"/>
                <a:cs typeface="Comic Sans MS"/>
              </a:rPr>
              <a:t>cause</a:t>
            </a:r>
            <a:r>
              <a:rPr dirty="0" sz="1300" spc="-75">
                <a:latin typeface="Comic Sans MS"/>
                <a:cs typeface="Comic Sans MS"/>
              </a:rPr>
              <a:t> </a:t>
            </a:r>
            <a:r>
              <a:rPr dirty="0" sz="1300" spc="-45">
                <a:latin typeface="Comic Sans MS"/>
                <a:cs typeface="Comic Sans MS"/>
              </a:rPr>
              <a:t>analysis</a:t>
            </a:r>
            <a:endParaRPr sz="1300">
              <a:latin typeface="Comic Sans MS"/>
              <a:cs typeface="Comic Sans MS"/>
            </a:endParaRPr>
          </a:p>
          <a:p>
            <a:pPr marL="278765">
              <a:lnSpc>
                <a:spcPct val="100000"/>
              </a:lnSpc>
              <a:spcBef>
                <a:spcPts val="840"/>
              </a:spcBef>
            </a:pPr>
            <a:r>
              <a:rPr dirty="0" sz="1300" spc="-70">
                <a:latin typeface="Comic Sans MS"/>
                <a:cs typeface="Comic Sans MS"/>
              </a:rPr>
              <a:t>Document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75">
                <a:latin typeface="Comic Sans MS"/>
                <a:cs typeface="Comic Sans MS"/>
              </a:rPr>
              <a:t>emerging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patterns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40">
                <a:latin typeface="Comic Sans MS"/>
                <a:cs typeface="Comic Sans MS"/>
              </a:rPr>
              <a:t>and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insights</a:t>
            </a:r>
            <a:endParaRPr sz="13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dirty="0" sz="1300" spc="-65" b="1">
                <a:latin typeface="Comic Sans MS"/>
                <a:cs typeface="Comic Sans MS"/>
              </a:rPr>
              <a:t>M</a:t>
            </a:r>
            <a:r>
              <a:rPr dirty="0" sz="1350" spc="-65" b="1">
                <a:latin typeface="Comic Sans MS"/>
                <a:cs typeface="Comic Sans MS"/>
              </a:rPr>
              <a:t>i</a:t>
            </a:r>
            <a:r>
              <a:rPr dirty="0" sz="1300" spc="-65" b="1">
                <a:latin typeface="Comic Sans MS"/>
                <a:cs typeface="Comic Sans MS"/>
              </a:rPr>
              <a:t>l</a:t>
            </a:r>
            <a:r>
              <a:rPr dirty="0" sz="1350" spc="-65" b="1">
                <a:latin typeface="Comic Sans MS"/>
                <a:cs typeface="Comic Sans MS"/>
              </a:rPr>
              <a:t>e</a:t>
            </a:r>
            <a:r>
              <a:rPr dirty="0" sz="1300" spc="-65" b="1">
                <a:latin typeface="Comic Sans MS"/>
                <a:cs typeface="Comic Sans MS"/>
              </a:rPr>
              <a:t>ston</a:t>
            </a:r>
            <a:r>
              <a:rPr dirty="0" sz="1350" spc="-65" b="1">
                <a:latin typeface="Comic Sans MS"/>
                <a:cs typeface="Comic Sans MS"/>
              </a:rPr>
              <a:t>e</a:t>
            </a:r>
            <a:r>
              <a:rPr dirty="0" sz="1350" spc="-320" b="1">
                <a:latin typeface="Comic Sans MS"/>
                <a:cs typeface="Comic Sans MS"/>
              </a:rPr>
              <a:t> </a:t>
            </a:r>
            <a:r>
              <a:rPr dirty="0" sz="1300" spc="-40" b="1">
                <a:latin typeface="Comic Sans MS"/>
                <a:cs typeface="Comic Sans MS"/>
              </a:rPr>
              <a:t>2</a:t>
            </a:r>
            <a:r>
              <a:rPr dirty="0" sz="1300" spc="-300" b="1">
                <a:latin typeface="Comic Sans MS"/>
                <a:cs typeface="Comic Sans MS"/>
              </a:rPr>
              <a:t> </a:t>
            </a:r>
            <a:r>
              <a:rPr dirty="0" sz="1300" spc="-40" b="1">
                <a:latin typeface="Comic Sans MS"/>
                <a:cs typeface="Comic Sans MS"/>
              </a:rPr>
              <a:t>C</a:t>
            </a:r>
            <a:r>
              <a:rPr dirty="0" sz="1350" spc="-40" b="1">
                <a:latin typeface="Comic Sans MS"/>
                <a:cs typeface="Comic Sans MS"/>
              </a:rPr>
              <a:t>heck</a:t>
            </a:r>
            <a:r>
              <a:rPr dirty="0" sz="1300" spc="-40" b="1">
                <a:latin typeface="Comic Sans MS"/>
                <a:cs typeface="Comic Sans MS"/>
              </a:rPr>
              <a:t>po</a:t>
            </a:r>
            <a:r>
              <a:rPr dirty="0" sz="1350" spc="-40" b="1">
                <a:latin typeface="Comic Sans MS"/>
                <a:cs typeface="Comic Sans MS"/>
              </a:rPr>
              <a:t>i</a:t>
            </a:r>
            <a:r>
              <a:rPr dirty="0" sz="1300" spc="-40" b="1">
                <a:latin typeface="Comic Sans MS"/>
                <a:cs typeface="Comic Sans MS"/>
              </a:rPr>
              <a:t>nt</a:t>
            </a:r>
            <a:r>
              <a:rPr dirty="0" sz="1300" spc="-265" b="1">
                <a:latin typeface="Comic Sans MS"/>
                <a:cs typeface="Comic Sans MS"/>
              </a:rPr>
              <a:t> </a:t>
            </a:r>
            <a:r>
              <a:rPr dirty="0" sz="1300" spc="-75">
                <a:latin typeface="Comic Sans MS"/>
                <a:cs typeface="Comic Sans MS"/>
              </a:rPr>
              <a:t>(End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30">
                <a:latin typeface="Comic Sans MS"/>
                <a:cs typeface="Comic Sans MS"/>
              </a:rPr>
              <a:t>of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250" spc="-125">
                <a:latin typeface="Comic Sans MS"/>
                <a:cs typeface="Comic Sans MS"/>
              </a:rPr>
              <a:t>W</a:t>
            </a:r>
            <a:r>
              <a:rPr dirty="0" sz="1300" spc="-125">
                <a:latin typeface="Comic Sans MS"/>
                <a:cs typeface="Comic Sans MS"/>
              </a:rPr>
              <a:t>eek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20">
                <a:latin typeface="Comic Sans MS"/>
                <a:cs typeface="Comic Sans MS"/>
              </a:rPr>
              <a:t>16):</a:t>
            </a:r>
            <a:endParaRPr sz="1300">
              <a:latin typeface="Comic Sans MS"/>
              <a:cs typeface="Comic Sans MS"/>
            </a:endParaRPr>
          </a:p>
          <a:p>
            <a:pPr marL="441959" indent="-196850">
              <a:lnSpc>
                <a:spcPct val="100000"/>
              </a:lnSpc>
              <a:spcBef>
                <a:spcPts val="1505"/>
              </a:spcBef>
              <a:buSzPct val="111538"/>
              <a:buFont typeface="MS PGothic"/>
              <a:buChar char="✓"/>
              <a:tabLst>
                <a:tab pos="441959" algn="l"/>
              </a:tabLst>
            </a:pPr>
            <a:r>
              <a:rPr dirty="0" sz="1300" spc="-95">
                <a:latin typeface="Comic Sans MS"/>
                <a:cs typeface="Comic Sans MS"/>
              </a:rPr>
              <a:t>50</a:t>
            </a:r>
            <a:r>
              <a:rPr dirty="0" sz="1250" spc="-95">
                <a:latin typeface="Bodoni MT"/>
                <a:cs typeface="Bodoni MT"/>
              </a:rPr>
              <a:t>%</a:t>
            </a:r>
            <a:r>
              <a:rPr dirty="0" sz="1250" spc="-15">
                <a:latin typeface="Bodoni MT"/>
                <a:cs typeface="Bodoni MT"/>
              </a:rPr>
              <a:t> </a:t>
            </a:r>
            <a:r>
              <a:rPr dirty="0" sz="1300" spc="-90">
                <a:latin typeface="Comic Sans MS"/>
                <a:cs typeface="Comic Sans MS"/>
              </a:rPr>
              <a:t>reduction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55">
                <a:latin typeface="Comic Sans MS"/>
                <a:cs typeface="Comic Sans MS"/>
              </a:rPr>
              <a:t>in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70">
                <a:latin typeface="Comic Sans MS"/>
                <a:cs typeface="Comic Sans MS"/>
              </a:rPr>
              <a:t>device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testing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achieved</a:t>
            </a:r>
            <a:endParaRPr sz="1300">
              <a:latin typeface="Comic Sans MS"/>
              <a:cs typeface="Comic Sans MS"/>
            </a:endParaRPr>
          </a:p>
          <a:p>
            <a:pPr marL="441959" indent="-196850">
              <a:lnSpc>
                <a:spcPct val="100000"/>
              </a:lnSpc>
              <a:spcBef>
                <a:spcPts val="840"/>
              </a:spcBef>
              <a:buSzPct val="111538"/>
              <a:buFont typeface="MS PGothic"/>
              <a:buChar char="✓"/>
              <a:tabLst>
                <a:tab pos="441959" algn="l"/>
              </a:tabLst>
            </a:pPr>
            <a:r>
              <a:rPr dirty="0" sz="1300" spc="-105">
                <a:latin typeface="Comic Sans MS"/>
                <a:cs typeface="Comic Sans MS"/>
              </a:rPr>
              <a:t>ML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55">
                <a:latin typeface="Comic Sans MS"/>
                <a:cs typeface="Comic Sans MS"/>
              </a:rPr>
              <a:t>models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85">
                <a:latin typeface="Comic Sans MS"/>
                <a:cs typeface="Comic Sans MS"/>
              </a:rPr>
              <a:t>operational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40">
                <a:latin typeface="Comic Sans MS"/>
                <a:cs typeface="Comic Sans MS"/>
              </a:rPr>
              <a:t>and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improving</a:t>
            </a:r>
            <a:endParaRPr sz="1300">
              <a:latin typeface="Comic Sans MS"/>
              <a:cs typeface="Comic Sans MS"/>
            </a:endParaRPr>
          </a:p>
          <a:p>
            <a:pPr marL="441959" indent="-196850">
              <a:lnSpc>
                <a:spcPct val="100000"/>
              </a:lnSpc>
              <a:spcBef>
                <a:spcPts val="915"/>
              </a:spcBef>
              <a:buSzPct val="111538"/>
              <a:buFont typeface="MS PGothic"/>
              <a:buChar char="✓"/>
              <a:tabLst>
                <a:tab pos="441959" algn="l"/>
              </a:tabLst>
            </a:pPr>
            <a:r>
              <a:rPr dirty="0" sz="1300" spc="-120">
                <a:latin typeface="Comic Sans MS"/>
                <a:cs typeface="Comic Sans MS"/>
              </a:rPr>
              <a:t>Quality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metrics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80">
                <a:latin typeface="Comic Sans MS"/>
                <a:cs typeface="Comic Sans MS"/>
              </a:rPr>
              <a:t>maintained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00">
                <a:latin typeface="Comic Sans MS"/>
                <a:cs typeface="Comic Sans MS"/>
              </a:rPr>
              <a:t>or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improved</a:t>
            </a:r>
            <a:endParaRPr sz="1300">
              <a:latin typeface="Comic Sans MS"/>
              <a:cs typeface="Comic Sans MS"/>
            </a:endParaRPr>
          </a:p>
          <a:p>
            <a:pPr marL="441959" indent="-196850">
              <a:lnSpc>
                <a:spcPct val="100000"/>
              </a:lnSpc>
              <a:spcBef>
                <a:spcPts val="840"/>
              </a:spcBef>
              <a:buSzPct val="116000"/>
              <a:buFont typeface="MS PGothic"/>
              <a:buChar char="✓"/>
              <a:tabLst>
                <a:tab pos="441959" algn="l"/>
              </a:tabLst>
            </a:pPr>
            <a:r>
              <a:rPr dirty="0" sz="1250" spc="-100">
                <a:latin typeface="Comic Sans MS"/>
                <a:cs typeface="Comic Sans MS"/>
              </a:rPr>
              <a:t>T</a:t>
            </a:r>
            <a:r>
              <a:rPr dirty="0" sz="1300" spc="-100">
                <a:latin typeface="Comic Sans MS"/>
                <a:cs typeface="Comic Sans MS"/>
              </a:rPr>
              <a:t>eam </a:t>
            </a:r>
            <a:r>
              <a:rPr dirty="0" sz="1300" spc="-80">
                <a:latin typeface="Comic Sans MS"/>
                <a:cs typeface="Comic Sans MS"/>
              </a:rPr>
              <a:t>confidence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55">
                <a:latin typeface="Comic Sans MS"/>
                <a:cs typeface="Comic Sans MS"/>
              </a:rPr>
              <a:t>in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35">
                <a:latin typeface="Comic Sans MS"/>
                <a:cs typeface="Comic Sans MS"/>
              </a:rPr>
              <a:t>new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approach</a:t>
            </a:r>
            <a:endParaRPr sz="1300">
              <a:latin typeface="Comic Sans MS"/>
              <a:cs typeface="Comic Sans MS"/>
            </a:endParaRPr>
          </a:p>
          <a:p>
            <a:pPr marL="12700" marR="5080">
              <a:lnSpc>
                <a:spcPct val="180600"/>
              </a:lnSpc>
              <a:spcBef>
                <a:spcPts val="385"/>
              </a:spcBef>
            </a:pPr>
            <a:r>
              <a:rPr dirty="0" sz="1300" spc="-35" b="1">
                <a:latin typeface="Comic Sans MS"/>
                <a:cs typeface="Comic Sans MS"/>
              </a:rPr>
              <a:t>P</a:t>
            </a:r>
            <a:r>
              <a:rPr dirty="0" sz="1350" spc="-35" b="1">
                <a:latin typeface="Comic Sans MS"/>
                <a:cs typeface="Comic Sans MS"/>
              </a:rPr>
              <a:t>ha</a:t>
            </a:r>
            <a:r>
              <a:rPr dirty="0" sz="1300" spc="-35" b="1">
                <a:latin typeface="Comic Sans MS"/>
                <a:cs typeface="Comic Sans MS"/>
              </a:rPr>
              <a:t>s</a:t>
            </a:r>
            <a:r>
              <a:rPr dirty="0" sz="1350" spc="-35" b="1">
                <a:latin typeface="Comic Sans MS"/>
                <a:cs typeface="Comic Sans MS"/>
              </a:rPr>
              <a:t>e</a:t>
            </a:r>
            <a:r>
              <a:rPr dirty="0" sz="1350" spc="-310" b="1">
                <a:latin typeface="Comic Sans MS"/>
                <a:cs typeface="Comic Sans MS"/>
              </a:rPr>
              <a:t> </a:t>
            </a:r>
            <a:r>
              <a:rPr dirty="0" sz="1300" spc="-105" b="1">
                <a:latin typeface="Comic Sans MS"/>
                <a:cs typeface="Comic Sans MS"/>
              </a:rPr>
              <a:t>3:</a:t>
            </a:r>
            <a:r>
              <a:rPr dirty="0" sz="1300" spc="-290" b="1">
                <a:latin typeface="Comic Sans MS"/>
                <a:cs typeface="Comic Sans MS"/>
              </a:rPr>
              <a:t> </a:t>
            </a:r>
            <a:r>
              <a:rPr dirty="0" sz="1250" spc="-70" b="1">
                <a:latin typeface="Comic Sans MS"/>
                <a:cs typeface="Comic Sans MS"/>
              </a:rPr>
              <a:t>V</a:t>
            </a:r>
            <a:r>
              <a:rPr dirty="0" sz="1350" spc="-70" b="1">
                <a:latin typeface="Comic Sans MS"/>
                <a:cs typeface="Comic Sans MS"/>
              </a:rPr>
              <a:t>a</a:t>
            </a:r>
            <a:r>
              <a:rPr dirty="0" sz="1300" spc="-70" b="1">
                <a:latin typeface="Comic Sans MS"/>
                <a:cs typeface="Comic Sans MS"/>
              </a:rPr>
              <a:t>l</a:t>
            </a:r>
            <a:r>
              <a:rPr dirty="0" sz="1350" spc="-70" b="1">
                <a:latin typeface="Comic Sans MS"/>
                <a:cs typeface="Comic Sans MS"/>
              </a:rPr>
              <a:t>ida</a:t>
            </a:r>
            <a:r>
              <a:rPr dirty="0" sz="1300" spc="-70" b="1">
                <a:latin typeface="Comic Sans MS"/>
                <a:cs typeface="Comic Sans MS"/>
              </a:rPr>
              <a:t>t</a:t>
            </a:r>
            <a:r>
              <a:rPr dirty="0" sz="1350" spc="-70" b="1">
                <a:latin typeface="Comic Sans MS"/>
                <a:cs typeface="Comic Sans MS"/>
              </a:rPr>
              <a:t>i</a:t>
            </a:r>
            <a:r>
              <a:rPr dirty="0" sz="1300" spc="-70" b="1">
                <a:latin typeface="Comic Sans MS"/>
                <a:cs typeface="Comic Sans MS"/>
              </a:rPr>
              <a:t>on</a:t>
            </a:r>
            <a:r>
              <a:rPr dirty="0" sz="1300" spc="-290" b="1">
                <a:latin typeface="Comic Sans MS"/>
                <a:cs typeface="Comic Sans MS"/>
              </a:rPr>
              <a:t> </a:t>
            </a:r>
            <a:r>
              <a:rPr dirty="0" sz="1300" b="1">
                <a:latin typeface="Comic Sans MS"/>
                <a:cs typeface="Comic Sans MS"/>
              </a:rPr>
              <a:t>&amp;</a:t>
            </a:r>
            <a:r>
              <a:rPr dirty="0" sz="1300" spc="-290" b="1">
                <a:latin typeface="Comic Sans MS"/>
                <a:cs typeface="Comic Sans MS"/>
              </a:rPr>
              <a:t> </a:t>
            </a:r>
            <a:r>
              <a:rPr dirty="0" sz="1300" spc="-80" b="1">
                <a:latin typeface="Comic Sans MS"/>
                <a:cs typeface="Comic Sans MS"/>
              </a:rPr>
              <a:t>S</a:t>
            </a:r>
            <a:r>
              <a:rPr dirty="0" sz="1350" spc="-80" b="1">
                <a:latin typeface="Comic Sans MS"/>
                <a:cs typeface="Comic Sans MS"/>
              </a:rPr>
              <a:t>ca</a:t>
            </a:r>
            <a:r>
              <a:rPr dirty="0" sz="1300" spc="-80" b="1">
                <a:latin typeface="Comic Sans MS"/>
                <a:cs typeface="Comic Sans MS"/>
              </a:rPr>
              <a:t>l</a:t>
            </a:r>
            <a:r>
              <a:rPr dirty="0" sz="1350" spc="-80" b="1">
                <a:latin typeface="Comic Sans MS"/>
                <a:cs typeface="Comic Sans MS"/>
              </a:rPr>
              <a:t>e</a:t>
            </a:r>
            <a:r>
              <a:rPr dirty="0" sz="1350" spc="-305" b="1">
                <a:latin typeface="Comic Sans MS"/>
                <a:cs typeface="Comic Sans MS"/>
              </a:rPr>
              <a:t> </a:t>
            </a:r>
            <a:r>
              <a:rPr dirty="0" sz="1300" spc="-10" b="1">
                <a:latin typeface="Comic Sans MS"/>
                <a:cs typeface="Comic Sans MS"/>
              </a:rPr>
              <a:t>Pl</a:t>
            </a:r>
            <a:r>
              <a:rPr dirty="0" sz="1350" spc="-10" b="1">
                <a:latin typeface="Comic Sans MS"/>
                <a:cs typeface="Comic Sans MS"/>
              </a:rPr>
              <a:t>a</a:t>
            </a:r>
            <a:r>
              <a:rPr dirty="0" sz="1300" spc="-10" b="1">
                <a:latin typeface="Comic Sans MS"/>
                <a:cs typeface="Comic Sans MS"/>
              </a:rPr>
              <a:t>nn</a:t>
            </a:r>
            <a:r>
              <a:rPr dirty="0" sz="1350" spc="-10" b="1">
                <a:latin typeface="Comic Sans MS"/>
                <a:cs typeface="Comic Sans MS"/>
              </a:rPr>
              <a:t>i</a:t>
            </a:r>
            <a:r>
              <a:rPr dirty="0" sz="1300" spc="-10" b="1">
                <a:latin typeface="Comic Sans MS"/>
                <a:cs typeface="Comic Sans MS"/>
              </a:rPr>
              <a:t>n</a:t>
            </a:r>
            <a:r>
              <a:rPr dirty="0" sz="1350" spc="-10" b="1">
                <a:latin typeface="Comic Sans MS"/>
                <a:cs typeface="Comic Sans MS"/>
              </a:rPr>
              <a:t>g</a:t>
            </a:r>
            <a:r>
              <a:rPr dirty="0" sz="1350" spc="-310" b="1">
                <a:latin typeface="Comic Sans MS"/>
                <a:cs typeface="Comic Sans MS"/>
              </a:rPr>
              <a:t> </a:t>
            </a:r>
            <a:r>
              <a:rPr dirty="0" sz="1300" spc="-80" b="1">
                <a:latin typeface="Comic Sans MS"/>
                <a:cs typeface="Comic Sans MS"/>
              </a:rPr>
              <a:t>(</a:t>
            </a:r>
            <a:r>
              <a:rPr dirty="0" sz="1250" spc="-80" b="1">
                <a:latin typeface="Comic Sans MS"/>
                <a:cs typeface="Comic Sans MS"/>
              </a:rPr>
              <a:t>W</a:t>
            </a:r>
            <a:r>
              <a:rPr dirty="0" sz="1350" spc="-80" b="1">
                <a:latin typeface="Comic Sans MS"/>
                <a:cs typeface="Comic Sans MS"/>
              </a:rPr>
              <a:t>eek</a:t>
            </a:r>
            <a:r>
              <a:rPr dirty="0" sz="1300" spc="-80" b="1">
                <a:latin typeface="Comic Sans MS"/>
                <a:cs typeface="Comic Sans MS"/>
              </a:rPr>
              <a:t>s</a:t>
            </a:r>
            <a:r>
              <a:rPr dirty="0" sz="1300" spc="-290" b="1">
                <a:latin typeface="Comic Sans MS"/>
                <a:cs typeface="Comic Sans MS"/>
              </a:rPr>
              <a:t> </a:t>
            </a:r>
            <a:r>
              <a:rPr dirty="0" sz="1300" spc="-215" b="1">
                <a:latin typeface="Comic Sans MS"/>
                <a:cs typeface="Comic Sans MS"/>
              </a:rPr>
              <a:t>17-</a:t>
            </a:r>
            <a:r>
              <a:rPr dirty="0" sz="1300" spc="-25" b="1">
                <a:latin typeface="Comic Sans MS"/>
                <a:cs typeface="Comic Sans MS"/>
              </a:rPr>
              <a:t>24) </a:t>
            </a:r>
            <a:r>
              <a:rPr dirty="0" sz="1250" spc="-95" b="1">
                <a:latin typeface="Comic Sans MS"/>
                <a:cs typeface="Comic Sans MS"/>
              </a:rPr>
              <a:t>W</a:t>
            </a:r>
            <a:r>
              <a:rPr dirty="0" sz="1350" spc="-95" b="1">
                <a:latin typeface="Comic Sans MS"/>
                <a:cs typeface="Comic Sans MS"/>
              </a:rPr>
              <a:t>eek</a:t>
            </a:r>
            <a:r>
              <a:rPr dirty="0" sz="1300" spc="-95" b="1">
                <a:latin typeface="Comic Sans MS"/>
                <a:cs typeface="Comic Sans MS"/>
              </a:rPr>
              <a:t>s</a:t>
            </a:r>
            <a:r>
              <a:rPr dirty="0" sz="1300" spc="-300" b="1">
                <a:latin typeface="Comic Sans MS"/>
                <a:cs typeface="Comic Sans MS"/>
              </a:rPr>
              <a:t> </a:t>
            </a:r>
            <a:r>
              <a:rPr dirty="0" sz="1300" spc="-215" b="1">
                <a:latin typeface="Comic Sans MS"/>
                <a:cs typeface="Comic Sans MS"/>
              </a:rPr>
              <a:t>17-</a:t>
            </a:r>
            <a:r>
              <a:rPr dirty="0" sz="1300" spc="-140" b="1">
                <a:latin typeface="Comic Sans MS"/>
                <a:cs typeface="Comic Sans MS"/>
              </a:rPr>
              <a:t>18:</a:t>
            </a:r>
            <a:r>
              <a:rPr dirty="0" sz="1300" spc="-295" b="1">
                <a:latin typeface="Comic Sans MS"/>
                <a:cs typeface="Comic Sans MS"/>
              </a:rPr>
              <a:t> </a:t>
            </a:r>
            <a:r>
              <a:rPr dirty="0" sz="1300" spc="-50" b="1">
                <a:latin typeface="Comic Sans MS"/>
                <a:cs typeface="Comic Sans MS"/>
              </a:rPr>
              <a:t>R</a:t>
            </a:r>
            <a:r>
              <a:rPr dirty="0" sz="1350" spc="-50" b="1">
                <a:latin typeface="Comic Sans MS"/>
                <a:cs typeface="Comic Sans MS"/>
              </a:rPr>
              <a:t>e</a:t>
            </a:r>
            <a:r>
              <a:rPr dirty="0" sz="1300" spc="-50" b="1">
                <a:latin typeface="Comic Sans MS"/>
                <a:cs typeface="Comic Sans MS"/>
              </a:rPr>
              <a:t>sults</a:t>
            </a:r>
            <a:r>
              <a:rPr dirty="0" sz="1300" spc="-300" b="1">
                <a:latin typeface="Comic Sans MS"/>
                <a:cs typeface="Comic Sans MS"/>
              </a:rPr>
              <a:t> </a:t>
            </a:r>
            <a:r>
              <a:rPr dirty="0" sz="1300" spc="-10" b="1">
                <a:latin typeface="Comic Sans MS"/>
                <a:cs typeface="Comic Sans MS"/>
              </a:rPr>
              <a:t>An</a:t>
            </a:r>
            <a:r>
              <a:rPr dirty="0" sz="1350" spc="-10" b="1">
                <a:latin typeface="Comic Sans MS"/>
                <a:cs typeface="Comic Sans MS"/>
              </a:rPr>
              <a:t>a</a:t>
            </a:r>
            <a:r>
              <a:rPr dirty="0" sz="1300" spc="-10" b="1">
                <a:latin typeface="Comic Sans MS"/>
                <a:cs typeface="Comic Sans MS"/>
              </a:rPr>
              <a:t>lys</a:t>
            </a:r>
            <a:r>
              <a:rPr dirty="0" sz="1350" spc="-10" b="1">
                <a:latin typeface="Comic Sans MS"/>
                <a:cs typeface="Comic Sans MS"/>
              </a:rPr>
              <a:t>i</a:t>
            </a:r>
            <a:r>
              <a:rPr dirty="0" sz="1300" spc="-10" b="1">
                <a:latin typeface="Comic Sans MS"/>
                <a:cs typeface="Comic Sans MS"/>
              </a:rPr>
              <a:t>s</a:t>
            </a:r>
            <a:endParaRPr sz="1300">
              <a:latin typeface="Comic Sans MS"/>
              <a:cs typeface="Comic Sans MS"/>
            </a:endParaRPr>
          </a:p>
          <a:p>
            <a:pPr marL="278765" marR="1194435">
              <a:lnSpc>
                <a:spcPct val="155400"/>
              </a:lnSpc>
              <a:spcBef>
                <a:spcPts val="565"/>
              </a:spcBef>
            </a:pPr>
            <a:r>
              <a:rPr dirty="0" sz="1300" spc="-75">
                <a:latin typeface="Comic Sans MS"/>
                <a:cs typeface="Comic Sans MS"/>
              </a:rPr>
              <a:t>Calculate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80">
                <a:latin typeface="Comic Sans MS"/>
                <a:cs typeface="Comic Sans MS"/>
              </a:rPr>
              <a:t>actual cost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savings </a:t>
            </a:r>
            <a:r>
              <a:rPr dirty="0" sz="1300" spc="-95">
                <a:latin typeface="Comic Sans MS"/>
                <a:cs typeface="Comic Sans MS"/>
              </a:rPr>
              <a:t>Measure</a:t>
            </a:r>
            <a:r>
              <a:rPr dirty="0" sz="1300" spc="-120">
                <a:latin typeface="Comic Sans MS"/>
                <a:cs typeface="Comic Sans MS"/>
              </a:rPr>
              <a:t> </a:t>
            </a:r>
            <a:r>
              <a:rPr dirty="0" sz="1300" spc="-75">
                <a:latin typeface="Comic Sans MS"/>
                <a:cs typeface="Comic Sans MS"/>
              </a:rPr>
              <a:t>quality</a:t>
            </a:r>
            <a:r>
              <a:rPr dirty="0" sz="1300" spc="-114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improvements </a:t>
            </a:r>
            <a:r>
              <a:rPr dirty="0" sz="1300" spc="-90">
                <a:latin typeface="Comic Sans MS"/>
                <a:cs typeface="Comic Sans MS"/>
              </a:rPr>
              <a:t>Analyze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95">
                <a:latin typeface="Comic Sans MS"/>
                <a:cs typeface="Comic Sans MS"/>
              </a:rPr>
              <a:t>team</a:t>
            </a:r>
            <a:r>
              <a:rPr dirty="0" sz="1300" spc="-75">
                <a:latin typeface="Comic Sans MS"/>
                <a:cs typeface="Comic Sans MS"/>
              </a:rPr>
              <a:t> </a:t>
            </a:r>
            <a:r>
              <a:rPr dirty="0" sz="1300" spc="-100">
                <a:latin typeface="Comic Sans MS"/>
                <a:cs typeface="Comic Sans MS"/>
              </a:rPr>
              <a:t>productivity</a:t>
            </a:r>
            <a:r>
              <a:rPr dirty="0" sz="1300" spc="-75">
                <a:latin typeface="Comic Sans MS"/>
                <a:cs typeface="Comic Sans MS"/>
              </a:rPr>
              <a:t> </a:t>
            </a:r>
            <a:r>
              <a:rPr dirty="0" sz="1300" spc="-20">
                <a:latin typeface="Comic Sans MS"/>
                <a:cs typeface="Comic Sans MS"/>
              </a:rPr>
              <a:t>gains </a:t>
            </a:r>
            <a:r>
              <a:rPr dirty="0" sz="1300" spc="-55">
                <a:latin typeface="Comic Sans MS"/>
                <a:cs typeface="Comic Sans MS"/>
              </a:rPr>
              <a:t>Compare</a:t>
            </a:r>
            <a:r>
              <a:rPr dirty="0" sz="1300" spc="-75">
                <a:latin typeface="Comic Sans MS"/>
                <a:cs typeface="Comic Sans MS"/>
              </a:rPr>
              <a:t> </a:t>
            </a:r>
            <a:r>
              <a:rPr dirty="0" sz="1300" spc="-80">
                <a:latin typeface="Comic Sans MS"/>
                <a:cs typeface="Comic Sans MS"/>
              </a:rPr>
              <a:t>against</a:t>
            </a:r>
            <a:r>
              <a:rPr dirty="0" sz="1300" spc="-75">
                <a:latin typeface="Comic Sans MS"/>
                <a:cs typeface="Comic Sans MS"/>
              </a:rPr>
              <a:t> </a:t>
            </a:r>
            <a:r>
              <a:rPr dirty="0" sz="1300" spc="-55">
                <a:latin typeface="Comic Sans MS"/>
                <a:cs typeface="Comic Sans MS"/>
              </a:rPr>
              <a:t>success</a:t>
            </a:r>
            <a:r>
              <a:rPr dirty="0" sz="1300" spc="-75">
                <a:latin typeface="Comic Sans MS"/>
                <a:cs typeface="Comic Sans MS"/>
              </a:rPr>
              <a:t> </a:t>
            </a:r>
            <a:r>
              <a:rPr dirty="0" sz="1300" spc="-114">
                <a:latin typeface="Comic Sans MS"/>
                <a:cs typeface="Comic Sans MS"/>
              </a:rPr>
              <a:t>criteria</a:t>
            </a:r>
            <a:endParaRPr sz="13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dirty="0" sz="1250" spc="-95" b="1">
                <a:latin typeface="Comic Sans MS"/>
                <a:cs typeface="Comic Sans MS"/>
              </a:rPr>
              <a:t>W</a:t>
            </a:r>
            <a:r>
              <a:rPr dirty="0" sz="1350" spc="-95" b="1">
                <a:latin typeface="Comic Sans MS"/>
                <a:cs typeface="Comic Sans MS"/>
              </a:rPr>
              <a:t>eek</a:t>
            </a:r>
            <a:r>
              <a:rPr dirty="0" sz="1300" spc="-95" b="1">
                <a:latin typeface="Comic Sans MS"/>
                <a:cs typeface="Comic Sans MS"/>
              </a:rPr>
              <a:t>s</a:t>
            </a:r>
            <a:r>
              <a:rPr dirty="0" sz="1300" spc="-290" b="1">
                <a:latin typeface="Comic Sans MS"/>
                <a:cs typeface="Comic Sans MS"/>
              </a:rPr>
              <a:t> </a:t>
            </a:r>
            <a:r>
              <a:rPr dirty="0" sz="1300" spc="-185" b="1">
                <a:latin typeface="Comic Sans MS"/>
                <a:cs typeface="Comic Sans MS"/>
              </a:rPr>
              <a:t>19-</a:t>
            </a:r>
            <a:r>
              <a:rPr dirty="0" sz="1300" spc="-95" b="1">
                <a:latin typeface="Comic Sans MS"/>
                <a:cs typeface="Comic Sans MS"/>
              </a:rPr>
              <a:t>20:</a:t>
            </a:r>
            <a:r>
              <a:rPr dirty="0" sz="1300" spc="-290" b="1">
                <a:latin typeface="Comic Sans MS"/>
                <a:cs typeface="Comic Sans MS"/>
              </a:rPr>
              <a:t> </a:t>
            </a:r>
            <a:r>
              <a:rPr dirty="0" sz="1300" spc="-35" b="1">
                <a:latin typeface="Comic Sans MS"/>
                <a:cs typeface="Comic Sans MS"/>
              </a:rPr>
              <a:t>Exp</a:t>
            </a:r>
            <a:r>
              <a:rPr dirty="0" sz="1350" spc="-35" b="1">
                <a:latin typeface="Comic Sans MS"/>
                <a:cs typeface="Comic Sans MS"/>
              </a:rPr>
              <a:t>a</a:t>
            </a:r>
            <a:r>
              <a:rPr dirty="0" sz="1300" spc="-35" b="1">
                <a:latin typeface="Comic Sans MS"/>
                <a:cs typeface="Comic Sans MS"/>
              </a:rPr>
              <a:t>ns</a:t>
            </a:r>
            <a:r>
              <a:rPr dirty="0" sz="1350" spc="-35" b="1">
                <a:latin typeface="Comic Sans MS"/>
                <a:cs typeface="Comic Sans MS"/>
              </a:rPr>
              <a:t>i</a:t>
            </a:r>
            <a:r>
              <a:rPr dirty="0" sz="1300" spc="-35" b="1">
                <a:latin typeface="Comic Sans MS"/>
                <a:cs typeface="Comic Sans MS"/>
              </a:rPr>
              <a:t>on</a:t>
            </a:r>
            <a:r>
              <a:rPr dirty="0" sz="1300" spc="-290" b="1">
                <a:latin typeface="Comic Sans MS"/>
                <a:cs typeface="Comic Sans MS"/>
              </a:rPr>
              <a:t> </a:t>
            </a:r>
            <a:r>
              <a:rPr dirty="0" sz="1300" spc="-10" b="1">
                <a:latin typeface="Comic Sans MS"/>
                <a:cs typeface="Comic Sans MS"/>
              </a:rPr>
              <a:t>Pl</a:t>
            </a:r>
            <a:r>
              <a:rPr dirty="0" sz="1350" spc="-10" b="1">
                <a:latin typeface="Comic Sans MS"/>
                <a:cs typeface="Comic Sans MS"/>
              </a:rPr>
              <a:t>a</a:t>
            </a:r>
            <a:r>
              <a:rPr dirty="0" sz="1300" spc="-10" b="1">
                <a:latin typeface="Comic Sans MS"/>
                <a:cs typeface="Comic Sans MS"/>
              </a:rPr>
              <a:t>nn</a:t>
            </a:r>
            <a:r>
              <a:rPr dirty="0" sz="1350" spc="-10" b="1">
                <a:latin typeface="Comic Sans MS"/>
                <a:cs typeface="Comic Sans MS"/>
              </a:rPr>
              <a:t>i</a:t>
            </a:r>
            <a:r>
              <a:rPr dirty="0" sz="1300" spc="-10" b="1">
                <a:latin typeface="Comic Sans MS"/>
                <a:cs typeface="Comic Sans MS"/>
              </a:rPr>
              <a:t>n</a:t>
            </a:r>
            <a:r>
              <a:rPr dirty="0" sz="1350" spc="-10" b="1">
                <a:latin typeface="Comic Sans MS"/>
                <a:cs typeface="Comic Sans MS"/>
              </a:rPr>
              <a:t>g</a:t>
            </a:r>
            <a:endParaRPr sz="1350">
              <a:latin typeface="Comic Sans MS"/>
              <a:cs typeface="Comic Sans MS"/>
            </a:endParaRPr>
          </a:p>
          <a:p>
            <a:pPr marL="278765" marR="734695">
              <a:lnSpc>
                <a:spcPct val="153800"/>
              </a:lnSpc>
              <a:spcBef>
                <a:spcPts val="590"/>
              </a:spcBef>
            </a:pPr>
            <a:r>
              <a:rPr dirty="0" sz="1300" spc="-110">
                <a:latin typeface="Comic Sans MS"/>
                <a:cs typeface="Comic Sans MS"/>
              </a:rPr>
              <a:t>Create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00">
                <a:latin typeface="Comic Sans MS"/>
                <a:cs typeface="Comic Sans MS"/>
              </a:rPr>
              <a:t>rollout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40">
                <a:latin typeface="Comic Sans MS"/>
                <a:cs typeface="Comic Sans MS"/>
              </a:rPr>
              <a:t>plan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70">
                <a:latin typeface="Comic Sans MS"/>
                <a:cs typeface="Comic Sans MS"/>
              </a:rPr>
              <a:t>for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25">
                <a:latin typeface="Comic Sans MS"/>
                <a:cs typeface="Comic Sans MS"/>
              </a:rPr>
              <a:t>other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60">
                <a:latin typeface="Comic Sans MS"/>
                <a:cs typeface="Comic Sans MS"/>
              </a:rPr>
              <a:t>applications </a:t>
            </a:r>
            <a:r>
              <a:rPr dirty="0" sz="1300" spc="-65">
                <a:latin typeface="Comic Sans MS"/>
                <a:cs typeface="Comic Sans MS"/>
              </a:rPr>
              <a:t>Develop</a:t>
            </a:r>
            <a:r>
              <a:rPr dirty="0" sz="1300" spc="-75">
                <a:latin typeface="Comic Sans MS"/>
                <a:cs typeface="Comic Sans MS"/>
              </a:rPr>
              <a:t> </a:t>
            </a:r>
            <a:r>
              <a:rPr dirty="0" sz="1300" spc="-100">
                <a:latin typeface="Comic Sans MS"/>
                <a:cs typeface="Comic Sans MS"/>
              </a:rPr>
              <a:t>training</a:t>
            </a:r>
            <a:r>
              <a:rPr dirty="0" sz="1300" spc="-75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materials</a:t>
            </a:r>
            <a:endParaRPr sz="1300">
              <a:latin typeface="Comic Sans MS"/>
              <a:cs typeface="Comic Sans MS"/>
            </a:endParaRPr>
          </a:p>
          <a:p>
            <a:pPr marL="278765" marR="357505">
              <a:lnSpc>
                <a:spcPct val="153800"/>
              </a:lnSpc>
              <a:spcBef>
                <a:spcPts val="80"/>
              </a:spcBef>
            </a:pPr>
            <a:r>
              <a:rPr dirty="0" sz="1300" spc="-70">
                <a:latin typeface="Comic Sans MS"/>
                <a:cs typeface="Comic Sans MS"/>
              </a:rPr>
              <a:t>Document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best</a:t>
            </a:r>
            <a:r>
              <a:rPr dirty="0" sz="1300" spc="-90">
                <a:latin typeface="Comic Sans MS"/>
                <a:cs typeface="Comic Sans MS"/>
              </a:rPr>
              <a:t> practices </a:t>
            </a:r>
            <a:r>
              <a:rPr dirty="0" sz="1300" spc="-40">
                <a:latin typeface="Comic Sans MS"/>
                <a:cs typeface="Comic Sans MS"/>
              </a:rPr>
              <a:t>and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60">
                <a:latin typeface="Comic Sans MS"/>
                <a:cs typeface="Comic Sans MS"/>
              </a:rPr>
              <a:t>lessons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55">
                <a:latin typeface="Comic Sans MS"/>
                <a:cs typeface="Comic Sans MS"/>
              </a:rPr>
              <a:t>learned </a:t>
            </a:r>
            <a:r>
              <a:rPr dirty="0" sz="1300" spc="-75">
                <a:latin typeface="Comic Sans MS"/>
                <a:cs typeface="Comic Sans MS"/>
              </a:rPr>
              <a:t>Build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65">
                <a:latin typeface="Comic Sans MS"/>
                <a:cs typeface="Comic Sans MS"/>
              </a:rPr>
              <a:t>business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55">
                <a:latin typeface="Comic Sans MS"/>
                <a:cs typeface="Comic Sans MS"/>
              </a:rPr>
              <a:t>case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70">
                <a:latin typeface="Comic Sans MS"/>
                <a:cs typeface="Comic Sans MS"/>
              </a:rPr>
              <a:t>for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20">
                <a:latin typeface="Comic Sans MS"/>
                <a:cs typeface="Comic Sans MS"/>
              </a:rPr>
              <a:t>full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implementation</a:t>
            </a:r>
            <a:endParaRPr sz="1300">
              <a:latin typeface="Comic Sans MS"/>
              <a:cs typeface="Comic Sans MS"/>
            </a:endParaRPr>
          </a:p>
          <a:p>
            <a:pPr marL="278765" indent="-266700">
              <a:lnSpc>
                <a:spcPct val="100000"/>
              </a:lnSpc>
              <a:spcBef>
                <a:spcPts val="1465"/>
              </a:spcBef>
            </a:pPr>
            <a:r>
              <a:rPr dirty="0" sz="1250" spc="-95" b="1">
                <a:latin typeface="Comic Sans MS"/>
                <a:cs typeface="Comic Sans MS"/>
              </a:rPr>
              <a:t>W</a:t>
            </a:r>
            <a:r>
              <a:rPr dirty="0" sz="1350" spc="-95" b="1">
                <a:latin typeface="Comic Sans MS"/>
                <a:cs typeface="Comic Sans MS"/>
              </a:rPr>
              <a:t>eek</a:t>
            </a:r>
            <a:r>
              <a:rPr dirty="0" sz="1300" spc="-95" b="1">
                <a:latin typeface="Comic Sans MS"/>
                <a:cs typeface="Comic Sans MS"/>
              </a:rPr>
              <a:t>s</a:t>
            </a:r>
            <a:r>
              <a:rPr dirty="0" sz="1300" spc="-300" b="1">
                <a:latin typeface="Comic Sans MS"/>
                <a:cs typeface="Comic Sans MS"/>
              </a:rPr>
              <a:t> </a:t>
            </a:r>
            <a:r>
              <a:rPr dirty="0" sz="1300" spc="-200" b="1">
                <a:latin typeface="Comic Sans MS"/>
                <a:cs typeface="Comic Sans MS"/>
              </a:rPr>
              <a:t>21-</a:t>
            </a:r>
            <a:r>
              <a:rPr dirty="0" sz="1300" spc="-110" b="1">
                <a:latin typeface="Comic Sans MS"/>
                <a:cs typeface="Comic Sans MS"/>
              </a:rPr>
              <a:t>22:</a:t>
            </a:r>
            <a:r>
              <a:rPr dirty="0" sz="1300" spc="-295" b="1">
                <a:latin typeface="Comic Sans MS"/>
                <a:cs typeface="Comic Sans MS"/>
              </a:rPr>
              <a:t> </a:t>
            </a:r>
            <a:r>
              <a:rPr dirty="0" sz="1300" spc="-60" b="1">
                <a:latin typeface="Comic Sans MS"/>
                <a:cs typeface="Comic Sans MS"/>
              </a:rPr>
              <a:t>F</a:t>
            </a:r>
            <a:r>
              <a:rPr dirty="0" sz="1350" spc="-60" b="1">
                <a:latin typeface="Comic Sans MS"/>
                <a:cs typeface="Comic Sans MS"/>
              </a:rPr>
              <a:t>i</a:t>
            </a:r>
            <a:r>
              <a:rPr dirty="0" sz="1300" spc="-60" b="1">
                <a:latin typeface="Comic Sans MS"/>
                <a:cs typeface="Comic Sans MS"/>
              </a:rPr>
              <a:t>n</a:t>
            </a:r>
            <a:r>
              <a:rPr dirty="0" sz="1350" spc="-60" b="1">
                <a:latin typeface="Comic Sans MS"/>
                <a:cs typeface="Comic Sans MS"/>
              </a:rPr>
              <a:t>a</a:t>
            </a:r>
            <a:r>
              <a:rPr dirty="0" sz="1300" spc="-60" b="1">
                <a:latin typeface="Comic Sans MS"/>
                <a:cs typeface="Comic Sans MS"/>
              </a:rPr>
              <a:t>l</a:t>
            </a:r>
            <a:r>
              <a:rPr dirty="0" sz="1300" spc="-295" b="1">
                <a:latin typeface="Comic Sans MS"/>
                <a:cs typeface="Comic Sans MS"/>
              </a:rPr>
              <a:t> </a:t>
            </a:r>
            <a:r>
              <a:rPr dirty="0" sz="1250" spc="-10" b="1">
                <a:latin typeface="Comic Sans MS"/>
                <a:cs typeface="Comic Sans MS"/>
              </a:rPr>
              <a:t>V</a:t>
            </a:r>
            <a:r>
              <a:rPr dirty="0" sz="1350" spc="-10" b="1">
                <a:latin typeface="Comic Sans MS"/>
                <a:cs typeface="Comic Sans MS"/>
              </a:rPr>
              <a:t>a</a:t>
            </a:r>
            <a:r>
              <a:rPr dirty="0" sz="1300" spc="-10" b="1">
                <a:latin typeface="Comic Sans MS"/>
                <a:cs typeface="Comic Sans MS"/>
              </a:rPr>
              <a:t>l</a:t>
            </a:r>
            <a:r>
              <a:rPr dirty="0" sz="1350" spc="-10" b="1">
                <a:latin typeface="Comic Sans MS"/>
                <a:cs typeface="Comic Sans MS"/>
              </a:rPr>
              <a:t>ida</a:t>
            </a:r>
            <a:r>
              <a:rPr dirty="0" sz="1300" spc="-10" b="1">
                <a:latin typeface="Comic Sans MS"/>
                <a:cs typeface="Comic Sans MS"/>
              </a:rPr>
              <a:t>t</a:t>
            </a:r>
            <a:r>
              <a:rPr dirty="0" sz="1350" spc="-10" b="1">
                <a:latin typeface="Comic Sans MS"/>
                <a:cs typeface="Comic Sans MS"/>
              </a:rPr>
              <a:t>i</a:t>
            </a:r>
            <a:r>
              <a:rPr dirty="0" sz="1300" spc="-10" b="1">
                <a:latin typeface="Comic Sans MS"/>
                <a:cs typeface="Comic Sans MS"/>
              </a:rPr>
              <a:t>on</a:t>
            </a:r>
            <a:endParaRPr sz="1300">
              <a:latin typeface="Comic Sans MS"/>
              <a:cs typeface="Comic Sans MS"/>
            </a:endParaRPr>
          </a:p>
          <a:p>
            <a:pPr marL="278765" marR="1476375">
              <a:lnSpc>
                <a:spcPct val="153800"/>
              </a:lnSpc>
              <a:spcBef>
                <a:spcPts val="590"/>
              </a:spcBef>
            </a:pPr>
            <a:r>
              <a:rPr dirty="0" sz="1300" spc="-50">
                <a:latin typeface="Comic Sans MS"/>
                <a:cs typeface="Comic Sans MS"/>
              </a:rPr>
              <a:t>Conduct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90">
                <a:latin typeface="Comic Sans MS"/>
                <a:cs typeface="Comic Sans MS"/>
              </a:rPr>
              <a:t>pilot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35">
                <a:latin typeface="Comic Sans MS"/>
                <a:cs typeface="Comic Sans MS"/>
              </a:rPr>
              <a:t>retrospective </a:t>
            </a:r>
            <a:r>
              <a:rPr dirty="0" sz="1300" spc="-114">
                <a:latin typeface="Comic Sans MS"/>
                <a:cs typeface="Comic Sans MS"/>
              </a:rPr>
              <a:t>Gather</a:t>
            </a:r>
            <a:r>
              <a:rPr dirty="0" sz="1300" spc="-75">
                <a:latin typeface="Comic Sans MS"/>
                <a:cs typeface="Comic Sans MS"/>
              </a:rPr>
              <a:t> </a:t>
            </a:r>
            <a:r>
              <a:rPr dirty="0" sz="1300" spc="-105">
                <a:latin typeface="Comic Sans MS"/>
                <a:cs typeface="Comic Sans MS"/>
              </a:rPr>
              <a:t>stakeholder</a:t>
            </a:r>
            <a:r>
              <a:rPr dirty="0" sz="1300" spc="-70">
                <a:latin typeface="Comic Sans MS"/>
                <a:cs typeface="Comic Sans MS"/>
              </a:rPr>
              <a:t> </a:t>
            </a:r>
            <a:r>
              <a:rPr dirty="0" sz="1300" spc="-85">
                <a:latin typeface="Comic Sans MS"/>
                <a:cs typeface="Comic Sans MS"/>
              </a:rPr>
              <a:t>feedback</a:t>
            </a:r>
            <a:endParaRPr sz="13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57200" y="34282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57200" y="64762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57200" y="146677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57200" y="177157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457200" y="208589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457200" y="239069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57200" y="316222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457200" y="346702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457200" y="378134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457200" y="408614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457200" y="525772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457200" y="556252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457200" y="586732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457200" y="618164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457200" y="696269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457200" y="727702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457200" y="758182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457200" y="789614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337632" y="135261"/>
            <a:ext cx="5108575" cy="83178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79400" marR="2743200">
              <a:lnSpc>
                <a:spcPct val="153800"/>
              </a:lnSpc>
              <a:spcBef>
                <a:spcPts val="95"/>
              </a:spcBef>
            </a:pPr>
            <a:r>
              <a:rPr dirty="0" sz="1300" spc="-90">
                <a:latin typeface="Comic Sans MS"/>
                <a:cs typeface="Comic Sans MS"/>
              </a:rPr>
              <a:t>Prepare </a:t>
            </a:r>
            <a:r>
              <a:rPr dirty="0" sz="1300" spc="-105">
                <a:latin typeface="Comic Sans MS"/>
                <a:cs typeface="Comic Sans MS"/>
              </a:rPr>
              <a:t>executive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85">
                <a:latin typeface="Comic Sans MS"/>
                <a:cs typeface="Comic Sans MS"/>
              </a:rPr>
              <a:t>presentation </a:t>
            </a:r>
            <a:r>
              <a:rPr dirty="0" sz="1300" spc="-95">
                <a:latin typeface="Comic Sans MS"/>
                <a:cs typeface="Comic Sans MS"/>
              </a:rPr>
              <a:t>Finalize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65">
                <a:latin typeface="Comic Sans MS"/>
                <a:cs typeface="Comic Sans MS"/>
              </a:rPr>
              <a:t>expansion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roadmap</a:t>
            </a:r>
            <a:endParaRPr sz="13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2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</a:pPr>
            <a:r>
              <a:rPr dirty="0" sz="1250" spc="-95" b="1">
                <a:latin typeface="Comic Sans MS"/>
                <a:cs typeface="Comic Sans MS"/>
              </a:rPr>
              <a:t>W</a:t>
            </a:r>
            <a:r>
              <a:rPr dirty="0" sz="1350" spc="-95" b="1">
                <a:latin typeface="Comic Sans MS"/>
                <a:cs typeface="Comic Sans MS"/>
              </a:rPr>
              <a:t>eek</a:t>
            </a:r>
            <a:r>
              <a:rPr dirty="0" sz="1300" spc="-95" b="1">
                <a:latin typeface="Comic Sans MS"/>
                <a:cs typeface="Comic Sans MS"/>
              </a:rPr>
              <a:t>s</a:t>
            </a:r>
            <a:r>
              <a:rPr dirty="0" sz="1300" spc="-295" b="1">
                <a:latin typeface="Comic Sans MS"/>
                <a:cs typeface="Comic Sans MS"/>
              </a:rPr>
              <a:t> </a:t>
            </a:r>
            <a:r>
              <a:rPr dirty="0" sz="1300" spc="-135" b="1">
                <a:latin typeface="Comic Sans MS"/>
                <a:cs typeface="Comic Sans MS"/>
              </a:rPr>
              <a:t>23-</a:t>
            </a:r>
            <a:r>
              <a:rPr dirty="0" sz="1300" spc="-95" b="1">
                <a:latin typeface="Comic Sans MS"/>
                <a:cs typeface="Comic Sans MS"/>
              </a:rPr>
              <a:t>24:</a:t>
            </a:r>
            <a:r>
              <a:rPr dirty="0" sz="1300" spc="-290" b="1">
                <a:latin typeface="Comic Sans MS"/>
                <a:cs typeface="Comic Sans MS"/>
              </a:rPr>
              <a:t> </a:t>
            </a:r>
            <a:r>
              <a:rPr dirty="0" sz="1300" spc="-40" b="1">
                <a:latin typeface="Comic Sans MS"/>
                <a:cs typeface="Comic Sans MS"/>
              </a:rPr>
              <a:t>Pro</a:t>
            </a:r>
            <a:r>
              <a:rPr dirty="0" sz="1350" spc="-40" b="1">
                <a:latin typeface="Comic Sans MS"/>
                <a:cs typeface="Comic Sans MS"/>
              </a:rPr>
              <a:t>g</a:t>
            </a:r>
            <a:r>
              <a:rPr dirty="0" sz="1300" spc="-40" b="1">
                <a:latin typeface="Comic Sans MS"/>
                <a:cs typeface="Comic Sans MS"/>
              </a:rPr>
              <a:t>r</a:t>
            </a:r>
            <a:r>
              <a:rPr dirty="0" sz="1350" spc="-40" b="1">
                <a:latin typeface="Comic Sans MS"/>
                <a:cs typeface="Comic Sans MS"/>
              </a:rPr>
              <a:t>a</a:t>
            </a:r>
            <a:r>
              <a:rPr dirty="0" sz="1300" spc="-40" b="1">
                <a:latin typeface="Comic Sans MS"/>
                <a:cs typeface="Comic Sans MS"/>
              </a:rPr>
              <a:t>m</a:t>
            </a:r>
            <a:r>
              <a:rPr dirty="0" sz="1300" spc="-295" b="1">
                <a:latin typeface="Comic Sans MS"/>
                <a:cs typeface="Comic Sans MS"/>
              </a:rPr>
              <a:t> </a:t>
            </a:r>
            <a:r>
              <a:rPr dirty="0" sz="1300" spc="-10" b="1">
                <a:latin typeface="Comic Sans MS"/>
                <a:cs typeface="Comic Sans MS"/>
              </a:rPr>
              <a:t>Con</a:t>
            </a:r>
            <a:r>
              <a:rPr dirty="0" sz="1350" spc="-10" b="1">
                <a:latin typeface="Comic Sans MS"/>
                <a:cs typeface="Comic Sans MS"/>
              </a:rPr>
              <a:t>c</a:t>
            </a:r>
            <a:r>
              <a:rPr dirty="0" sz="1300" spc="-10" b="1">
                <a:latin typeface="Comic Sans MS"/>
                <a:cs typeface="Comic Sans MS"/>
              </a:rPr>
              <a:t>lus</a:t>
            </a:r>
            <a:r>
              <a:rPr dirty="0" sz="1350" spc="-10" b="1">
                <a:latin typeface="Comic Sans MS"/>
                <a:cs typeface="Comic Sans MS"/>
              </a:rPr>
              <a:t>i</a:t>
            </a:r>
            <a:r>
              <a:rPr dirty="0" sz="1300" spc="-10" b="1">
                <a:latin typeface="Comic Sans MS"/>
                <a:cs typeface="Comic Sans MS"/>
              </a:rPr>
              <a:t>on</a:t>
            </a:r>
            <a:endParaRPr sz="1300">
              <a:latin typeface="Comic Sans MS"/>
              <a:cs typeface="Comic Sans MS"/>
            </a:endParaRPr>
          </a:p>
          <a:p>
            <a:pPr marL="279400" marR="2045335">
              <a:lnSpc>
                <a:spcPct val="153800"/>
              </a:lnSpc>
              <a:spcBef>
                <a:spcPts val="590"/>
              </a:spcBef>
            </a:pPr>
            <a:r>
              <a:rPr dirty="0" sz="1300" spc="-95">
                <a:latin typeface="Comic Sans MS"/>
                <a:cs typeface="Comic Sans MS"/>
              </a:rPr>
              <a:t>Present </a:t>
            </a:r>
            <a:r>
              <a:rPr dirty="0" sz="1300" spc="-110">
                <a:latin typeface="Comic Sans MS"/>
                <a:cs typeface="Comic Sans MS"/>
              </a:rPr>
              <a:t>results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to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05">
                <a:latin typeface="Comic Sans MS"/>
                <a:cs typeface="Comic Sans MS"/>
              </a:rPr>
              <a:t>executive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leadership </a:t>
            </a:r>
            <a:r>
              <a:rPr dirty="0" sz="1300" spc="-110">
                <a:latin typeface="Comic Sans MS"/>
                <a:cs typeface="Comic Sans MS"/>
              </a:rPr>
              <a:t>Obtain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65">
                <a:latin typeface="Comic Sans MS"/>
                <a:cs typeface="Comic Sans MS"/>
              </a:rPr>
              <a:t>approval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170">
                <a:latin typeface="Comic Sans MS"/>
                <a:cs typeface="Comic Sans MS"/>
              </a:rPr>
              <a:t>for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45">
                <a:latin typeface="Comic Sans MS"/>
                <a:cs typeface="Comic Sans MS"/>
              </a:rPr>
              <a:t>company-</a:t>
            </a:r>
            <a:r>
              <a:rPr dirty="0" sz="1300" spc="-65">
                <a:latin typeface="Comic Sans MS"/>
                <a:cs typeface="Comic Sans MS"/>
              </a:rPr>
              <a:t>wide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80">
                <a:latin typeface="Comic Sans MS"/>
                <a:cs typeface="Comic Sans MS"/>
              </a:rPr>
              <a:t>rollout</a:t>
            </a:r>
            <a:endParaRPr sz="1300">
              <a:latin typeface="Comic Sans MS"/>
              <a:cs typeface="Comic Sans MS"/>
            </a:endParaRPr>
          </a:p>
          <a:p>
            <a:pPr marL="279400" marR="1689735">
              <a:lnSpc>
                <a:spcPct val="153800"/>
              </a:lnSpc>
              <a:spcBef>
                <a:spcPts val="80"/>
              </a:spcBef>
            </a:pPr>
            <a:r>
              <a:rPr dirty="0" sz="1250" spc="-110">
                <a:latin typeface="Comic Sans MS"/>
                <a:cs typeface="Comic Sans MS"/>
              </a:rPr>
              <a:t>T</a:t>
            </a:r>
            <a:r>
              <a:rPr dirty="0" sz="1300" spc="-110">
                <a:latin typeface="Comic Sans MS"/>
                <a:cs typeface="Comic Sans MS"/>
              </a:rPr>
              <a:t>ransition</a:t>
            </a:r>
            <a:r>
              <a:rPr dirty="0" sz="1300" spc="-75">
                <a:latin typeface="Comic Sans MS"/>
                <a:cs typeface="Comic Sans MS"/>
              </a:rPr>
              <a:t> </a:t>
            </a:r>
            <a:r>
              <a:rPr dirty="0" sz="1300" spc="-90">
                <a:latin typeface="Comic Sans MS"/>
                <a:cs typeface="Comic Sans MS"/>
              </a:rPr>
              <a:t>pilot</a:t>
            </a:r>
            <a:r>
              <a:rPr dirty="0" sz="1300" spc="-75">
                <a:latin typeface="Comic Sans MS"/>
                <a:cs typeface="Comic Sans MS"/>
              </a:rPr>
              <a:t> </a:t>
            </a:r>
            <a:r>
              <a:rPr dirty="0" sz="1300" spc="-95">
                <a:latin typeface="Comic Sans MS"/>
                <a:cs typeface="Comic Sans MS"/>
              </a:rPr>
              <a:t>team</a:t>
            </a:r>
            <a:r>
              <a:rPr dirty="0" sz="1300" spc="-70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to</a:t>
            </a:r>
            <a:r>
              <a:rPr dirty="0" sz="1300" spc="-75">
                <a:latin typeface="Comic Sans MS"/>
                <a:cs typeface="Comic Sans MS"/>
              </a:rPr>
              <a:t> </a:t>
            </a:r>
            <a:r>
              <a:rPr dirty="0" sz="1300" spc="-85">
                <a:latin typeface="Comic Sans MS"/>
                <a:cs typeface="Comic Sans MS"/>
              </a:rPr>
              <a:t>implementation</a:t>
            </a:r>
            <a:r>
              <a:rPr dirty="0" sz="1300" spc="-70">
                <a:latin typeface="Comic Sans MS"/>
                <a:cs typeface="Comic Sans MS"/>
              </a:rPr>
              <a:t> </a:t>
            </a:r>
            <a:r>
              <a:rPr dirty="0" sz="1300" spc="-65">
                <a:latin typeface="Comic Sans MS"/>
                <a:cs typeface="Comic Sans MS"/>
              </a:rPr>
              <a:t>leaders </a:t>
            </a:r>
            <a:r>
              <a:rPr dirty="0" sz="1300" spc="-100">
                <a:latin typeface="Comic Sans MS"/>
                <a:cs typeface="Comic Sans MS"/>
              </a:rPr>
              <a:t>Celebrate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55">
                <a:latin typeface="Comic Sans MS"/>
                <a:cs typeface="Comic Sans MS"/>
              </a:rPr>
              <a:t>success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40">
                <a:latin typeface="Comic Sans MS"/>
                <a:cs typeface="Comic Sans MS"/>
              </a:rPr>
              <a:t>and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80">
                <a:latin typeface="Comic Sans MS"/>
                <a:cs typeface="Comic Sans MS"/>
              </a:rPr>
              <a:t>recognize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20">
                <a:latin typeface="Comic Sans MS"/>
                <a:cs typeface="Comic Sans MS"/>
              </a:rPr>
              <a:t>team</a:t>
            </a:r>
            <a:endParaRPr sz="13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dirty="0" sz="1300" spc="-65" b="1">
                <a:latin typeface="Comic Sans MS"/>
                <a:cs typeface="Comic Sans MS"/>
              </a:rPr>
              <a:t>M</a:t>
            </a:r>
            <a:r>
              <a:rPr dirty="0" sz="1350" spc="-65" b="1">
                <a:latin typeface="Comic Sans MS"/>
                <a:cs typeface="Comic Sans MS"/>
              </a:rPr>
              <a:t>i</a:t>
            </a:r>
            <a:r>
              <a:rPr dirty="0" sz="1300" spc="-65" b="1">
                <a:latin typeface="Comic Sans MS"/>
                <a:cs typeface="Comic Sans MS"/>
              </a:rPr>
              <a:t>l</a:t>
            </a:r>
            <a:r>
              <a:rPr dirty="0" sz="1350" spc="-65" b="1">
                <a:latin typeface="Comic Sans MS"/>
                <a:cs typeface="Comic Sans MS"/>
              </a:rPr>
              <a:t>e</a:t>
            </a:r>
            <a:r>
              <a:rPr dirty="0" sz="1300" spc="-65" b="1">
                <a:latin typeface="Comic Sans MS"/>
                <a:cs typeface="Comic Sans MS"/>
              </a:rPr>
              <a:t>ston</a:t>
            </a:r>
            <a:r>
              <a:rPr dirty="0" sz="1350" spc="-65" b="1">
                <a:latin typeface="Comic Sans MS"/>
                <a:cs typeface="Comic Sans MS"/>
              </a:rPr>
              <a:t>e</a:t>
            </a:r>
            <a:r>
              <a:rPr dirty="0" sz="1350" spc="-320" b="1">
                <a:latin typeface="Comic Sans MS"/>
                <a:cs typeface="Comic Sans MS"/>
              </a:rPr>
              <a:t> </a:t>
            </a:r>
            <a:r>
              <a:rPr dirty="0" sz="1300" b="1">
                <a:latin typeface="Comic Sans MS"/>
                <a:cs typeface="Comic Sans MS"/>
              </a:rPr>
              <a:t>3</a:t>
            </a:r>
            <a:r>
              <a:rPr dirty="0" sz="1300" spc="-305" b="1">
                <a:latin typeface="Comic Sans MS"/>
                <a:cs typeface="Comic Sans MS"/>
              </a:rPr>
              <a:t> </a:t>
            </a:r>
            <a:r>
              <a:rPr dirty="0" sz="1300" spc="-40" b="1">
                <a:latin typeface="Comic Sans MS"/>
                <a:cs typeface="Comic Sans MS"/>
              </a:rPr>
              <a:t>C</a:t>
            </a:r>
            <a:r>
              <a:rPr dirty="0" sz="1350" spc="-40" b="1">
                <a:latin typeface="Comic Sans MS"/>
                <a:cs typeface="Comic Sans MS"/>
              </a:rPr>
              <a:t>heck</a:t>
            </a:r>
            <a:r>
              <a:rPr dirty="0" sz="1300" spc="-40" b="1">
                <a:latin typeface="Comic Sans MS"/>
                <a:cs typeface="Comic Sans MS"/>
              </a:rPr>
              <a:t>po</a:t>
            </a:r>
            <a:r>
              <a:rPr dirty="0" sz="1350" spc="-40" b="1">
                <a:latin typeface="Comic Sans MS"/>
                <a:cs typeface="Comic Sans MS"/>
              </a:rPr>
              <a:t>i</a:t>
            </a:r>
            <a:r>
              <a:rPr dirty="0" sz="1300" spc="-40" b="1">
                <a:latin typeface="Comic Sans MS"/>
                <a:cs typeface="Comic Sans MS"/>
              </a:rPr>
              <a:t>nt</a:t>
            </a:r>
            <a:r>
              <a:rPr dirty="0" sz="1300" spc="-265" b="1">
                <a:latin typeface="Comic Sans MS"/>
                <a:cs typeface="Comic Sans MS"/>
              </a:rPr>
              <a:t> </a:t>
            </a:r>
            <a:r>
              <a:rPr dirty="0" sz="1300" spc="-75">
                <a:latin typeface="Comic Sans MS"/>
                <a:cs typeface="Comic Sans MS"/>
              </a:rPr>
              <a:t>(End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30">
                <a:latin typeface="Comic Sans MS"/>
                <a:cs typeface="Comic Sans MS"/>
              </a:rPr>
              <a:t>of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250" spc="-125">
                <a:latin typeface="Comic Sans MS"/>
                <a:cs typeface="Comic Sans MS"/>
              </a:rPr>
              <a:t>W</a:t>
            </a:r>
            <a:r>
              <a:rPr dirty="0" sz="1300" spc="-125">
                <a:latin typeface="Comic Sans MS"/>
                <a:cs typeface="Comic Sans MS"/>
              </a:rPr>
              <a:t>eek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20">
                <a:latin typeface="Comic Sans MS"/>
                <a:cs typeface="Comic Sans MS"/>
              </a:rPr>
              <a:t>24):</a:t>
            </a:r>
            <a:endParaRPr sz="1300">
              <a:latin typeface="Comic Sans MS"/>
              <a:cs typeface="Comic Sans MS"/>
            </a:endParaRPr>
          </a:p>
          <a:p>
            <a:pPr marL="442595" indent="-196850">
              <a:lnSpc>
                <a:spcPct val="100000"/>
              </a:lnSpc>
              <a:spcBef>
                <a:spcPts val="1430"/>
              </a:spcBef>
              <a:buSzPct val="111538"/>
              <a:buFont typeface="MS PGothic"/>
              <a:buChar char="✓"/>
              <a:tabLst>
                <a:tab pos="442595" algn="l"/>
              </a:tabLst>
            </a:pPr>
            <a:r>
              <a:rPr dirty="0" sz="1300" spc="-120">
                <a:latin typeface="Comic Sans MS"/>
                <a:cs typeface="Comic Sans MS"/>
              </a:rPr>
              <a:t>All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55">
                <a:latin typeface="Comic Sans MS"/>
                <a:cs typeface="Comic Sans MS"/>
              </a:rPr>
              <a:t>success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35">
                <a:latin typeface="Comic Sans MS"/>
                <a:cs typeface="Comic Sans MS"/>
              </a:rPr>
              <a:t>criteria</a:t>
            </a:r>
            <a:r>
              <a:rPr dirty="0" sz="1300" spc="-100">
                <a:latin typeface="Comic Sans MS"/>
                <a:cs typeface="Comic Sans MS"/>
              </a:rPr>
              <a:t> met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00">
                <a:latin typeface="Comic Sans MS"/>
                <a:cs typeface="Comic Sans MS"/>
              </a:rPr>
              <a:t>or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exceeded</a:t>
            </a:r>
            <a:endParaRPr sz="1300">
              <a:latin typeface="Comic Sans MS"/>
              <a:cs typeface="Comic Sans MS"/>
            </a:endParaRPr>
          </a:p>
          <a:p>
            <a:pPr marL="442595" indent="-196850">
              <a:lnSpc>
                <a:spcPct val="100000"/>
              </a:lnSpc>
              <a:spcBef>
                <a:spcPts val="840"/>
              </a:spcBef>
              <a:buSzPct val="111538"/>
              <a:buFont typeface="MS PGothic"/>
              <a:buChar char="✓"/>
              <a:tabLst>
                <a:tab pos="442595" algn="l"/>
              </a:tabLst>
            </a:pPr>
            <a:r>
              <a:rPr dirty="0" sz="1300" spc="-110">
                <a:latin typeface="Comic Sans MS"/>
                <a:cs typeface="Comic Sans MS"/>
              </a:rPr>
              <a:t>Executive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65">
                <a:latin typeface="Comic Sans MS"/>
                <a:cs typeface="Comic Sans MS"/>
              </a:rPr>
              <a:t>approval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70">
                <a:latin typeface="Comic Sans MS"/>
                <a:cs typeface="Comic Sans MS"/>
              </a:rPr>
              <a:t>for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expansion</a:t>
            </a:r>
            <a:endParaRPr sz="1300">
              <a:latin typeface="Comic Sans MS"/>
              <a:cs typeface="Comic Sans MS"/>
            </a:endParaRPr>
          </a:p>
          <a:p>
            <a:pPr marL="442595" indent="-196850">
              <a:lnSpc>
                <a:spcPct val="100000"/>
              </a:lnSpc>
              <a:spcBef>
                <a:spcPts val="915"/>
              </a:spcBef>
              <a:buSzPct val="111538"/>
              <a:buFont typeface="MS PGothic"/>
              <a:buChar char="✓"/>
              <a:tabLst>
                <a:tab pos="442595" algn="l"/>
              </a:tabLst>
            </a:pPr>
            <a:r>
              <a:rPr dirty="0" sz="1300" spc="-105">
                <a:latin typeface="Comic Sans MS"/>
                <a:cs typeface="Comic Sans MS"/>
              </a:rPr>
              <a:t>Implementation</a:t>
            </a:r>
            <a:r>
              <a:rPr dirty="0" sz="1300" spc="-60">
                <a:latin typeface="Comic Sans MS"/>
                <a:cs typeface="Comic Sans MS"/>
              </a:rPr>
              <a:t> playbook</a:t>
            </a:r>
            <a:r>
              <a:rPr dirty="0" sz="1300" spc="-55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completed</a:t>
            </a:r>
            <a:endParaRPr sz="1300">
              <a:latin typeface="Comic Sans MS"/>
              <a:cs typeface="Comic Sans MS"/>
            </a:endParaRPr>
          </a:p>
          <a:p>
            <a:pPr marL="442595" indent="-196850">
              <a:lnSpc>
                <a:spcPct val="100000"/>
              </a:lnSpc>
              <a:spcBef>
                <a:spcPts val="840"/>
              </a:spcBef>
              <a:buSzPct val="116000"/>
              <a:buFont typeface="MS PGothic"/>
              <a:buChar char="✓"/>
              <a:tabLst>
                <a:tab pos="442595" algn="l"/>
              </a:tabLst>
            </a:pPr>
            <a:r>
              <a:rPr dirty="0" sz="1250" spc="-100">
                <a:latin typeface="Comic Sans MS"/>
                <a:cs typeface="Comic Sans MS"/>
              </a:rPr>
              <a:t>T</a:t>
            </a:r>
            <a:r>
              <a:rPr dirty="0" sz="1300" spc="-100">
                <a:latin typeface="Comic Sans MS"/>
                <a:cs typeface="Comic Sans MS"/>
              </a:rPr>
              <a:t>eam</a:t>
            </a:r>
            <a:r>
              <a:rPr dirty="0" sz="1300" spc="-105">
                <a:latin typeface="Comic Sans MS"/>
                <a:cs typeface="Comic Sans MS"/>
              </a:rPr>
              <a:t> </a:t>
            </a:r>
            <a:r>
              <a:rPr dirty="0" sz="1300" spc="-100">
                <a:latin typeface="Comic Sans MS"/>
                <a:cs typeface="Comic Sans MS"/>
              </a:rPr>
              <a:t>ready</a:t>
            </a:r>
            <a:r>
              <a:rPr dirty="0" sz="1300" spc="-105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to</a:t>
            </a:r>
            <a:r>
              <a:rPr dirty="0" sz="1300" spc="-105">
                <a:latin typeface="Comic Sans MS"/>
                <a:cs typeface="Comic Sans MS"/>
              </a:rPr>
              <a:t> </a:t>
            </a:r>
            <a:r>
              <a:rPr dirty="0" sz="1300" spc="-70">
                <a:latin typeface="Comic Sans MS"/>
                <a:cs typeface="Comic Sans MS"/>
              </a:rPr>
              <a:t>lead</a:t>
            </a:r>
            <a:r>
              <a:rPr dirty="0" sz="1300" spc="-105">
                <a:latin typeface="Comic Sans MS"/>
                <a:cs typeface="Comic Sans MS"/>
              </a:rPr>
              <a:t> </a:t>
            </a:r>
            <a:r>
              <a:rPr dirty="0" sz="1300" spc="-40">
                <a:latin typeface="Comic Sans MS"/>
                <a:cs typeface="Comic Sans MS"/>
              </a:rPr>
              <a:t>transformation</a:t>
            </a:r>
            <a:endParaRPr sz="13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640"/>
              </a:spcBef>
            </a:pPr>
            <a:r>
              <a:rPr dirty="0" sz="1450" spc="-25" b="1">
                <a:latin typeface="Gill Sans MT"/>
                <a:cs typeface="Gill Sans MT"/>
              </a:rPr>
              <a:t>S</a:t>
            </a:r>
            <a:r>
              <a:rPr dirty="0" sz="1450" spc="-25" b="1">
                <a:latin typeface="Trebuchet MS"/>
                <a:cs typeface="Trebuchet MS"/>
              </a:rPr>
              <a:t>u</a:t>
            </a:r>
            <a:r>
              <a:rPr dirty="0" sz="1550" spc="-25" b="1">
                <a:latin typeface="Gill Sans MT"/>
                <a:cs typeface="Gill Sans MT"/>
              </a:rPr>
              <a:t>cce</a:t>
            </a:r>
            <a:r>
              <a:rPr dirty="0" sz="1450" spc="-25" b="1">
                <a:latin typeface="Trebuchet MS"/>
                <a:cs typeface="Trebuchet MS"/>
              </a:rPr>
              <a:t>ss</a:t>
            </a:r>
            <a:r>
              <a:rPr dirty="0" sz="1450" spc="-14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Gill Sans MT"/>
                <a:cs typeface="Gill Sans MT"/>
              </a:rPr>
              <a:t>C</a:t>
            </a:r>
            <a:r>
              <a:rPr dirty="0" sz="1450" spc="-10" b="1">
                <a:latin typeface="Trebuchet MS"/>
                <a:cs typeface="Trebuchet MS"/>
              </a:rPr>
              <a:t>r</a:t>
            </a:r>
            <a:r>
              <a:rPr dirty="0" sz="1550" spc="-10" b="1">
                <a:latin typeface="Gill Sans MT"/>
                <a:cs typeface="Gill Sans MT"/>
              </a:rPr>
              <a:t>i</a:t>
            </a:r>
            <a:r>
              <a:rPr dirty="0" sz="1450" spc="-10" b="1">
                <a:latin typeface="Trebuchet MS"/>
                <a:cs typeface="Trebuchet MS"/>
              </a:rPr>
              <a:t>t</a:t>
            </a:r>
            <a:r>
              <a:rPr dirty="0" sz="1550" spc="-10" b="1">
                <a:latin typeface="Gill Sans MT"/>
                <a:cs typeface="Gill Sans MT"/>
              </a:rPr>
              <a:t>e</a:t>
            </a:r>
            <a:r>
              <a:rPr dirty="0" sz="1450" spc="-10" b="1">
                <a:latin typeface="Trebuchet MS"/>
                <a:cs typeface="Trebuchet MS"/>
              </a:rPr>
              <a:t>r</a:t>
            </a:r>
            <a:r>
              <a:rPr dirty="0" sz="1550" spc="-10" b="1">
                <a:latin typeface="Gill Sans MT"/>
                <a:cs typeface="Gill Sans MT"/>
              </a:rPr>
              <a:t>ia</a:t>
            </a:r>
            <a:endParaRPr sz="15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dirty="0" sz="1300" spc="-95" b="1">
                <a:latin typeface="Comic Sans MS"/>
                <a:cs typeface="Comic Sans MS"/>
              </a:rPr>
              <a:t>Qu</a:t>
            </a:r>
            <a:r>
              <a:rPr dirty="0" sz="1350" spc="-95" b="1">
                <a:latin typeface="Comic Sans MS"/>
                <a:cs typeface="Comic Sans MS"/>
              </a:rPr>
              <a:t>a</a:t>
            </a:r>
            <a:r>
              <a:rPr dirty="0" sz="1300" spc="-95" b="1">
                <a:latin typeface="Comic Sans MS"/>
                <a:cs typeface="Comic Sans MS"/>
              </a:rPr>
              <a:t>nt</a:t>
            </a:r>
            <a:r>
              <a:rPr dirty="0" sz="1350" spc="-95" b="1">
                <a:latin typeface="Comic Sans MS"/>
                <a:cs typeface="Comic Sans MS"/>
              </a:rPr>
              <a:t>i</a:t>
            </a:r>
            <a:r>
              <a:rPr dirty="0" sz="1300" spc="-95" b="1">
                <a:latin typeface="Comic Sans MS"/>
                <a:cs typeface="Comic Sans MS"/>
              </a:rPr>
              <a:t>t</a:t>
            </a:r>
            <a:r>
              <a:rPr dirty="0" sz="1350" spc="-95" b="1">
                <a:latin typeface="Comic Sans MS"/>
                <a:cs typeface="Comic Sans MS"/>
              </a:rPr>
              <a:t>a</a:t>
            </a:r>
            <a:r>
              <a:rPr dirty="0" sz="1300" spc="-95" b="1">
                <a:latin typeface="Comic Sans MS"/>
                <a:cs typeface="Comic Sans MS"/>
              </a:rPr>
              <a:t>t</a:t>
            </a:r>
            <a:r>
              <a:rPr dirty="0" sz="1350" spc="-95" b="1">
                <a:latin typeface="Comic Sans MS"/>
                <a:cs typeface="Comic Sans MS"/>
              </a:rPr>
              <a:t>i</a:t>
            </a:r>
            <a:r>
              <a:rPr dirty="0" sz="1300" spc="-95" b="1">
                <a:latin typeface="Comic Sans MS"/>
                <a:cs typeface="Comic Sans MS"/>
              </a:rPr>
              <a:t>v</a:t>
            </a:r>
            <a:r>
              <a:rPr dirty="0" sz="1350" spc="-95" b="1">
                <a:latin typeface="Comic Sans MS"/>
                <a:cs typeface="Comic Sans MS"/>
              </a:rPr>
              <a:t>e</a:t>
            </a:r>
            <a:r>
              <a:rPr dirty="0" sz="1350" spc="-300" b="1">
                <a:latin typeface="Comic Sans MS"/>
                <a:cs typeface="Comic Sans MS"/>
              </a:rPr>
              <a:t> </a:t>
            </a:r>
            <a:r>
              <a:rPr dirty="0" sz="1300" spc="-10" b="1">
                <a:latin typeface="Comic Sans MS"/>
                <a:cs typeface="Comic Sans MS"/>
              </a:rPr>
              <a:t>M</a:t>
            </a:r>
            <a:r>
              <a:rPr dirty="0" sz="1350" spc="-10" b="1">
                <a:latin typeface="Comic Sans MS"/>
                <a:cs typeface="Comic Sans MS"/>
              </a:rPr>
              <a:t>e</a:t>
            </a:r>
            <a:r>
              <a:rPr dirty="0" sz="1300" spc="-10" b="1">
                <a:latin typeface="Comic Sans MS"/>
                <a:cs typeface="Comic Sans MS"/>
              </a:rPr>
              <a:t>tr</a:t>
            </a:r>
            <a:r>
              <a:rPr dirty="0" sz="1350" spc="-10" b="1">
                <a:latin typeface="Comic Sans MS"/>
                <a:cs typeface="Comic Sans MS"/>
              </a:rPr>
              <a:t>ic</a:t>
            </a:r>
            <a:r>
              <a:rPr dirty="0" sz="1300" spc="-10" b="1">
                <a:latin typeface="Comic Sans MS"/>
                <a:cs typeface="Comic Sans MS"/>
              </a:rPr>
              <a:t>s</a:t>
            </a:r>
            <a:endParaRPr sz="1300">
              <a:latin typeface="Comic Sans MS"/>
              <a:cs typeface="Comic Sans MS"/>
            </a:endParaRPr>
          </a:p>
          <a:p>
            <a:pPr marL="279400" marR="5080">
              <a:lnSpc>
                <a:spcPct val="148100"/>
              </a:lnSpc>
              <a:spcBef>
                <a:spcPts val="525"/>
              </a:spcBef>
            </a:pPr>
            <a:r>
              <a:rPr dirty="0" sz="1300" spc="-25" b="1">
                <a:latin typeface="Comic Sans MS"/>
                <a:cs typeface="Comic Sans MS"/>
              </a:rPr>
              <a:t>Cost</a:t>
            </a:r>
            <a:r>
              <a:rPr dirty="0" sz="1300" spc="-300" b="1">
                <a:latin typeface="Comic Sans MS"/>
                <a:cs typeface="Comic Sans MS"/>
              </a:rPr>
              <a:t> </a:t>
            </a:r>
            <a:r>
              <a:rPr dirty="0" sz="1300" spc="-50" b="1">
                <a:latin typeface="Comic Sans MS"/>
                <a:cs typeface="Comic Sans MS"/>
              </a:rPr>
              <a:t>R</a:t>
            </a:r>
            <a:r>
              <a:rPr dirty="0" sz="1350" spc="-50" b="1">
                <a:latin typeface="Comic Sans MS"/>
                <a:cs typeface="Comic Sans MS"/>
              </a:rPr>
              <a:t>ed</a:t>
            </a:r>
            <a:r>
              <a:rPr dirty="0" sz="1300" spc="-50" b="1">
                <a:latin typeface="Comic Sans MS"/>
                <a:cs typeface="Comic Sans MS"/>
              </a:rPr>
              <a:t>u</a:t>
            </a:r>
            <a:r>
              <a:rPr dirty="0" sz="1350" spc="-50" b="1">
                <a:latin typeface="Comic Sans MS"/>
                <a:cs typeface="Comic Sans MS"/>
              </a:rPr>
              <a:t>c</a:t>
            </a:r>
            <a:r>
              <a:rPr dirty="0" sz="1300" spc="-50" b="1">
                <a:latin typeface="Comic Sans MS"/>
                <a:cs typeface="Comic Sans MS"/>
              </a:rPr>
              <a:t>t</a:t>
            </a:r>
            <a:r>
              <a:rPr dirty="0" sz="1350" spc="-50" b="1">
                <a:latin typeface="Comic Sans MS"/>
                <a:cs typeface="Comic Sans MS"/>
              </a:rPr>
              <a:t>i</a:t>
            </a:r>
            <a:r>
              <a:rPr dirty="0" sz="1300" spc="-50" b="1">
                <a:latin typeface="Comic Sans MS"/>
                <a:cs typeface="Comic Sans MS"/>
              </a:rPr>
              <a:t>on</a:t>
            </a:r>
            <a:r>
              <a:rPr dirty="0" sz="1300" spc="-50">
                <a:latin typeface="Comic Sans MS"/>
                <a:cs typeface="Comic Sans MS"/>
              </a:rPr>
              <a:t>: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70">
                <a:latin typeface="Comic Sans MS"/>
                <a:cs typeface="Comic Sans MS"/>
              </a:rPr>
              <a:t>Minimum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95">
                <a:latin typeface="Comic Sans MS"/>
                <a:cs typeface="Comic Sans MS"/>
              </a:rPr>
              <a:t>50</a:t>
            </a:r>
            <a:r>
              <a:rPr dirty="0" sz="1250" spc="-95">
                <a:latin typeface="Bodoni MT"/>
                <a:cs typeface="Bodoni MT"/>
              </a:rPr>
              <a:t>%</a:t>
            </a:r>
            <a:r>
              <a:rPr dirty="0" sz="1250">
                <a:latin typeface="Bodoni MT"/>
                <a:cs typeface="Bodoni MT"/>
              </a:rPr>
              <a:t> </a:t>
            </a:r>
            <a:r>
              <a:rPr dirty="0" sz="1300" spc="-90">
                <a:latin typeface="Comic Sans MS"/>
                <a:cs typeface="Comic Sans MS"/>
              </a:rPr>
              <a:t>reduction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55">
                <a:latin typeface="Comic Sans MS"/>
                <a:cs typeface="Comic Sans MS"/>
              </a:rPr>
              <a:t>in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testing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130">
                <a:latin typeface="Comic Sans MS"/>
                <a:cs typeface="Comic Sans MS"/>
              </a:rPr>
              <a:t>infrastructure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costs </a:t>
            </a:r>
            <a:r>
              <a:rPr dirty="0" sz="1300" spc="-95" b="1">
                <a:latin typeface="Comic Sans MS"/>
                <a:cs typeface="Comic Sans MS"/>
              </a:rPr>
              <a:t>Qu</a:t>
            </a:r>
            <a:r>
              <a:rPr dirty="0" sz="1350" spc="-95" b="1">
                <a:latin typeface="Comic Sans MS"/>
                <a:cs typeface="Comic Sans MS"/>
              </a:rPr>
              <a:t>a</a:t>
            </a:r>
            <a:r>
              <a:rPr dirty="0" sz="1300" spc="-95" b="1">
                <a:latin typeface="Comic Sans MS"/>
                <a:cs typeface="Comic Sans MS"/>
              </a:rPr>
              <a:t>l</a:t>
            </a:r>
            <a:r>
              <a:rPr dirty="0" sz="1350" spc="-95" b="1">
                <a:latin typeface="Comic Sans MS"/>
                <a:cs typeface="Comic Sans MS"/>
              </a:rPr>
              <a:t>i</a:t>
            </a:r>
            <a:r>
              <a:rPr dirty="0" sz="1300" spc="-95" b="1">
                <a:latin typeface="Comic Sans MS"/>
                <a:cs typeface="Comic Sans MS"/>
              </a:rPr>
              <a:t>ty</a:t>
            </a:r>
            <a:r>
              <a:rPr dirty="0" sz="1300" spc="-300" b="1">
                <a:latin typeface="Comic Sans MS"/>
                <a:cs typeface="Comic Sans MS"/>
              </a:rPr>
              <a:t> </a:t>
            </a:r>
            <a:r>
              <a:rPr dirty="0" sz="1300" spc="-70" b="1">
                <a:latin typeface="Comic Sans MS"/>
                <a:cs typeface="Comic Sans MS"/>
              </a:rPr>
              <a:t>Improv</a:t>
            </a:r>
            <a:r>
              <a:rPr dirty="0" sz="1350" spc="-70" b="1">
                <a:latin typeface="Comic Sans MS"/>
                <a:cs typeface="Comic Sans MS"/>
              </a:rPr>
              <a:t>e</a:t>
            </a:r>
            <a:r>
              <a:rPr dirty="0" sz="1300" spc="-70" b="1">
                <a:latin typeface="Comic Sans MS"/>
                <a:cs typeface="Comic Sans MS"/>
              </a:rPr>
              <a:t>m</a:t>
            </a:r>
            <a:r>
              <a:rPr dirty="0" sz="1350" spc="-70" b="1">
                <a:latin typeface="Comic Sans MS"/>
                <a:cs typeface="Comic Sans MS"/>
              </a:rPr>
              <a:t>e</a:t>
            </a:r>
            <a:r>
              <a:rPr dirty="0" sz="1300" spc="-70" b="1">
                <a:latin typeface="Comic Sans MS"/>
                <a:cs typeface="Comic Sans MS"/>
              </a:rPr>
              <a:t>nt</a:t>
            </a:r>
            <a:r>
              <a:rPr dirty="0" sz="1300" spc="-70">
                <a:latin typeface="Comic Sans MS"/>
                <a:cs typeface="Comic Sans MS"/>
              </a:rPr>
              <a:t>:</a:t>
            </a:r>
            <a:r>
              <a:rPr dirty="0" sz="1300" spc="-85">
                <a:latin typeface="Comic Sans MS"/>
                <a:cs typeface="Comic Sans MS"/>
              </a:rPr>
              <a:t> 40</a:t>
            </a:r>
            <a:r>
              <a:rPr dirty="0" sz="1250" spc="-85">
                <a:latin typeface="Bodoni MT"/>
                <a:cs typeface="Bodoni MT"/>
              </a:rPr>
              <a:t>%</a:t>
            </a:r>
            <a:r>
              <a:rPr dirty="0" sz="1250" spc="-5">
                <a:latin typeface="Bodoni MT"/>
                <a:cs typeface="Bodoni MT"/>
              </a:rPr>
              <a:t> </a:t>
            </a:r>
            <a:r>
              <a:rPr dirty="0" sz="1300" spc="-90">
                <a:latin typeface="Comic Sans MS"/>
                <a:cs typeface="Comic Sans MS"/>
              </a:rPr>
              <a:t>reduction </a:t>
            </a:r>
            <a:r>
              <a:rPr dirty="0" sz="1300" spc="-55">
                <a:latin typeface="Comic Sans MS"/>
                <a:cs typeface="Comic Sans MS"/>
              </a:rPr>
              <a:t>in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75">
                <a:latin typeface="Comic Sans MS"/>
                <a:cs typeface="Comic Sans MS"/>
              </a:rPr>
              <a:t>production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incidents</a:t>
            </a:r>
            <a:endParaRPr sz="1300">
              <a:latin typeface="Comic Sans MS"/>
              <a:cs typeface="Comic Sans MS"/>
            </a:endParaRPr>
          </a:p>
          <a:p>
            <a:pPr marL="279400">
              <a:lnSpc>
                <a:spcPct val="100000"/>
              </a:lnSpc>
              <a:spcBef>
                <a:spcPts val="780"/>
              </a:spcBef>
            </a:pPr>
            <a:r>
              <a:rPr dirty="0" sz="1300" spc="-70" b="1">
                <a:latin typeface="Comic Sans MS"/>
                <a:cs typeface="Comic Sans MS"/>
              </a:rPr>
              <a:t>Sp</a:t>
            </a:r>
            <a:r>
              <a:rPr dirty="0" sz="1350" spc="-70" b="1">
                <a:latin typeface="Comic Sans MS"/>
                <a:cs typeface="Comic Sans MS"/>
              </a:rPr>
              <a:t>eed</a:t>
            </a:r>
            <a:r>
              <a:rPr dirty="0" sz="1300" spc="-70">
                <a:latin typeface="Comic Sans MS"/>
                <a:cs typeface="Comic Sans MS"/>
              </a:rPr>
              <a:t>: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90">
                <a:latin typeface="Comic Sans MS"/>
                <a:cs typeface="Comic Sans MS"/>
              </a:rPr>
              <a:t>30</a:t>
            </a:r>
            <a:r>
              <a:rPr dirty="0" sz="1250" spc="-90">
                <a:latin typeface="Bodoni MT"/>
                <a:cs typeface="Bodoni MT"/>
              </a:rPr>
              <a:t>%</a:t>
            </a:r>
            <a:r>
              <a:rPr dirty="0" sz="1250" spc="-20">
                <a:latin typeface="Bodoni MT"/>
                <a:cs typeface="Bodoni MT"/>
              </a:rPr>
              <a:t> </a:t>
            </a:r>
            <a:r>
              <a:rPr dirty="0" sz="1300" spc="-155">
                <a:latin typeface="Comic Sans MS"/>
                <a:cs typeface="Comic Sans MS"/>
              </a:rPr>
              <a:t>faster</a:t>
            </a:r>
            <a:r>
              <a:rPr dirty="0" sz="1300" spc="-95">
                <a:latin typeface="Comic Sans MS"/>
                <a:cs typeface="Comic Sans MS"/>
              </a:rPr>
              <a:t> release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cycles</a:t>
            </a:r>
            <a:endParaRPr sz="1300">
              <a:latin typeface="Comic Sans MS"/>
              <a:cs typeface="Comic Sans MS"/>
            </a:endParaRPr>
          </a:p>
          <a:p>
            <a:pPr marL="279400">
              <a:lnSpc>
                <a:spcPct val="100000"/>
              </a:lnSpc>
              <a:spcBef>
                <a:spcPts val="855"/>
              </a:spcBef>
            </a:pPr>
            <a:r>
              <a:rPr dirty="0" sz="1300" spc="-95" b="1">
                <a:latin typeface="Comic Sans MS"/>
                <a:cs typeface="Comic Sans MS"/>
              </a:rPr>
              <a:t>E</a:t>
            </a:r>
            <a:r>
              <a:rPr dirty="0" sz="1350" spc="-95" b="1">
                <a:latin typeface="Comic Sans MS"/>
                <a:cs typeface="Comic Sans MS"/>
              </a:rPr>
              <a:t>fficie</a:t>
            </a:r>
            <a:r>
              <a:rPr dirty="0" sz="1300" spc="-95" b="1">
                <a:latin typeface="Comic Sans MS"/>
                <a:cs typeface="Comic Sans MS"/>
              </a:rPr>
              <a:t>n</a:t>
            </a:r>
            <a:r>
              <a:rPr dirty="0" sz="1350" spc="-95" b="1">
                <a:latin typeface="Comic Sans MS"/>
                <a:cs typeface="Comic Sans MS"/>
              </a:rPr>
              <a:t>c</a:t>
            </a:r>
            <a:r>
              <a:rPr dirty="0" sz="1300" spc="-95" b="1">
                <a:latin typeface="Comic Sans MS"/>
                <a:cs typeface="Comic Sans MS"/>
              </a:rPr>
              <a:t>y</a:t>
            </a:r>
            <a:r>
              <a:rPr dirty="0" sz="1300" spc="-95">
                <a:latin typeface="Comic Sans MS"/>
                <a:cs typeface="Comic Sans MS"/>
              </a:rPr>
              <a:t>: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80">
                <a:latin typeface="Comic Sans MS"/>
                <a:cs typeface="Comic Sans MS"/>
              </a:rPr>
              <a:t>60</a:t>
            </a:r>
            <a:r>
              <a:rPr dirty="0" sz="1250" spc="-80">
                <a:latin typeface="Bodoni MT"/>
                <a:cs typeface="Bodoni MT"/>
              </a:rPr>
              <a:t>%</a:t>
            </a:r>
            <a:r>
              <a:rPr dirty="0" sz="1250" spc="-20">
                <a:latin typeface="Bodoni MT"/>
                <a:cs typeface="Bodoni MT"/>
              </a:rPr>
              <a:t> </a:t>
            </a:r>
            <a:r>
              <a:rPr dirty="0" sz="1300" spc="-90">
                <a:latin typeface="Comic Sans MS"/>
                <a:cs typeface="Comic Sans MS"/>
              </a:rPr>
              <a:t>reduction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55">
                <a:latin typeface="Comic Sans MS"/>
                <a:cs typeface="Comic Sans MS"/>
              </a:rPr>
              <a:t>in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45">
                <a:latin typeface="Comic Sans MS"/>
                <a:cs typeface="Comic Sans MS"/>
              </a:rPr>
              <a:t>test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95">
                <a:latin typeface="Comic Sans MS"/>
                <a:cs typeface="Comic Sans MS"/>
              </a:rPr>
              <a:t>execution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20">
                <a:latin typeface="Comic Sans MS"/>
                <a:cs typeface="Comic Sans MS"/>
              </a:rPr>
              <a:t>time</a:t>
            </a:r>
            <a:endParaRPr sz="13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dirty="0" sz="1300" spc="-100" b="1">
                <a:latin typeface="Comic Sans MS"/>
                <a:cs typeface="Comic Sans MS"/>
              </a:rPr>
              <a:t>Qu</a:t>
            </a:r>
            <a:r>
              <a:rPr dirty="0" sz="1350" spc="-100" b="1">
                <a:latin typeface="Comic Sans MS"/>
                <a:cs typeface="Comic Sans MS"/>
              </a:rPr>
              <a:t>a</a:t>
            </a:r>
            <a:r>
              <a:rPr dirty="0" sz="1300" spc="-100" b="1">
                <a:latin typeface="Comic Sans MS"/>
                <a:cs typeface="Comic Sans MS"/>
              </a:rPr>
              <a:t>l</a:t>
            </a:r>
            <a:r>
              <a:rPr dirty="0" sz="1350" spc="-100" b="1">
                <a:latin typeface="Comic Sans MS"/>
                <a:cs typeface="Comic Sans MS"/>
              </a:rPr>
              <a:t>i</a:t>
            </a:r>
            <a:r>
              <a:rPr dirty="0" sz="1300" spc="-100" b="1">
                <a:latin typeface="Comic Sans MS"/>
                <a:cs typeface="Comic Sans MS"/>
              </a:rPr>
              <a:t>t</a:t>
            </a:r>
            <a:r>
              <a:rPr dirty="0" sz="1350" spc="-100" b="1">
                <a:latin typeface="Comic Sans MS"/>
                <a:cs typeface="Comic Sans MS"/>
              </a:rPr>
              <a:t>a</a:t>
            </a:r>
            <a:r>
              <a:rPr dirty="0" sz="1300" spc="-100" b="1">
                <a:latin typeface="Comic Sans MS"/>
                <a:cs typeface="Comic Sans MS"/>
              </a:rPr>
              <a:t>t</a:t>
            </a:r>
            <a:r>
              <a:rPr dirty="0" sz="1350" spc="-100" b="1">
                <a:latin typeface="Comic Sans MS"/>
                <a:cs typeface="Comic Sans MS"/>
              </a:rPr>
              <a:t>i</a:t>
            </a:r>
            <a:r>
              <a:rPr dirty="0" sz="1300" spc="-100" b="1">
                <a:latin typeface="Comic Sans MS"/>
                <a:cs typeface="Comic Sans MS"/>
              </a:rPr>
              <a:t>v</a:t>
            </a:r>
            <a:r>
              <a:rPr dirty="0" sz="1350" spc="-100" b="1">
                <a:latin typeface="Comic Sans MS"/>
                <a:cs typeface="Comic Sans MS"/>
              </a:rPr>
              <a:t>e</a:t>
            </a:r>
            <a:r>
              <a:rPr dirty="0" sz="1350" spc="-254" b="1">
                <a:latin typeface="Comic Sans MS"/>
                <a:cs typeface="Comic Sans MS"/>
              </a:rPr>
              <a:t> </a:t>
            </a:r>
            <a:r>
              <a:rPr dirty="0" sz="1300" spc="-10" b="1">
                <a:latin typeface="Comic Sans MS"/>
                <a:cs typeface="Comic Sans MS"/>
              </a:rPr>
              <a:t>M</a:t>
            </a:r>
            <a:r>
              <a:rPr dirty="0" sz="1350" spc="-10" b="1">
                <a:latin typeface="Comic Sans MS"/>
                <a:cs typeface="Comic Sans MS"/>
              </a:rPr>
              <a:t>e</a:t>
            </a:r>
            <a:r>
              <a:rPr dirty="0" sz="1300" spc="-10" b="1">
                <a:latin typeface="Comic Sans MS"/>
                <a:cs typeface="Comic Sans MS"/>
              </a:rPr>
              <a:t>tr</a:t>
            </a:r>
            <a:r>
              <a:rPr dirty="0" sz="1350" spc="-10" b="1">
                <a:latin typeface="Comic Sans MS"/>
                <a:cs typeface="Comic Sans MS"/>
              </a:rPr>
              <a:t>ic</a:t>
            </a:r>
            <a:r>
              <a:rPr dirty="0" sz="1300" spc="-10" b="1">
                <a:latin typeface="Comic Sans MS"/>
                <a:cs typeface="Comic Sans MS"/>
              </a:rPr>
              <a:t>s</a:t>
            </a:r>
            <a:endParaRPr sz="1300">
              <a:latin typeface="Comic Sans MS"/>
              <a:cs typeface="Comic Sans MS"/>
            </a:endParaRPr>
          </a:p>
          <a:p>
            <a:pPr marL="279400" marR="2255520">
              <a:lnSpc>
                <a:spcPct val="157100"/>
              </a:lnSpc>
              <a:spcBef>
                <a:spcPts val="464"/>
              </a:spcBef>
            </a:pPr>
            <a:r>
              <a:rPr dirty="0" sz="1250" spc="-100">
                <a:latin typeface="Comic Sans MS"/>
                <a:cs typeface="Comic Sans MS"/>
              </a:rPr>
              <a:t>T</a:t>
            </a:r>
            <a:r>
              <a:rPr dirty="0" sz="1300" spc="-100">
                <a:latin typeface="Comic Sans MS"/>
                <a:cs typeface="Comic Sans MS"/>
              </a:rPr>
              <a:t>eam </a:t>
            </a:r>
            <a:r>
              <a:rPr dirty="0" sz="1300" spc="-80">
                <a:latin typeface="Comic Sans MS"/>
                <a:cs typeface="Comic Sans MS"/>
              </a:rPr>
              <a:t>confidence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55">
                <a:latin typeface="Comic Sans MS"/>
                <a:cs typeface="Comic Sans MS"/>
              </a:rPr>
              <a:t>in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35">
                <a:latin typeface="Comic Sans MS"/>
                <a:cs typeface="Comic Sans MS"/>
              </a:rPr>
              <a:t>new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approach </a:t>
            </a:r>
            <a:r>
              <a:rPr dirty="0" sz="1300" spc="-114">
                <a:latin typeface="Comic Sans MS"/>
                <a:cs typeface="Comic Sans MS"/>
              </a:rPr>
              <a:t>Stakeholder</a:t>
            </a:r>
            <a:r>
              <a:rPr dirty="0" sz="1300" spc="-75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satisfaction</a:t>
            </a:r>
            <a:r>
              <a:rPr dirty="0" sz="1300" spc="-75">
                <a:latin typeface="Comic Sans MS"/>
                <a:cs typeface="Comic Sans MS"/>
              </a:rPr>
              <a:t> </a:t>
            </a:r>
            <a:r>
              <a:rPr dirty="0" sz="1300" spc="-100">
                <a:latin typeface="Comic Sans MS"/>
                <a:cs typeface="Comic Sans MS"/>
              </a:rPr>
              <a:t>with</a:t>
            </a:r>
            <a:r>
              <a:rPr dirty="0" sz="1300" spc="-70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results </a:t>
            </a:r>
            <a:r>
              <a:rPr dirty="0" sz="1300" spc="-65">
                <a:latin typeface="Comic Sans MS"/>
                <a:cs typeface="Comic Sans MS"/>
              </a:rPr>
              <a:t>Process</a:t>
            </a:r>
            <a:r>
              <a:rPr dirty="0" sz="1300" spc="-70">
                <a:latin typeface="Comic Sans MS"/>
                <a:cs typeface="Comic Sans MS"/>
              </a:rPr>
              <a:t> </a:t>
            </a:r>
            <a:r>
              <a:rPr dirty="0" sz="1300" spc="-75">
                <a:latin typeface="Comic Sans MS"/>
                <a:cs typeface="Comic Sans MS"/>
              </a:rPr>
              <a:t>documentation</a:t>
            </a:r>
            <a:r>
              <a:rPr dirty="0" sz="1300" spc="-70">
                <a:latin typeface="Comic Sans MS"/>
                <a:cs typeface="Comic Sans MS"/>
              </a:rPr>
              <a:t> </a:t>
            </a:r>
            <a:r>
              <a:rPr dirty="0" sz="1300" spc="-55">
                <a:latin typeface="Comic Sans MS"/>
                <a:cs typeface="Comic Sans MS"/>
              </a:rPr>
              <a:t>completeness </a:t>
            </a:r>
            <a:r>
              <a:rPr dirty="0" sz="1250" spc="-85">
                <a:latin typeface="Comic Sans MS"/>
                <a:cs typeface="Comic Sans MS"/>
              </a:rPr>
              <a:t>V</a:t>
            </a:r>
            <a:r>
              <a:rPr dirty="0" sz="1300" spc="-85">
                <a:latin typeface="Comic Sans MS"/>
                <a:cs typeface="Comic Sans MS"/>
              </a:rPr>
              <a:t>endor</a:t>
            </a:r>
            <a:r>
              <a:rPr dirty="0" sz="1300" spc="-70">
                <a:latin typeface="Comic Sans MS"/>
                <a:cs typeface="Comic Sans MS"/>
              </a:rPr>
              <a:t> </a:t>
            </a:r>
            <a:r>
              <a:rPr dirty="0" sz="1300" spc="-95">
                <a:latin typeface="Comic Sans MS"/>
                <a:cs typeface="Comic Sans MS"/>
              </a:rPr>
              <a:t>relationship</a:t>
            </a:r>
            <a:r>
              <a:rPr dirty="0" sz="1300" spc="-65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strength</a:t>
            </a:r>
            <a:endParaRPr sz="13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565"/>
              </a:spcBef>
            </a:pPr>
            <a:r>
              <a:rPr dirty="0" sz="1450" spc="-90" b="1">
                <a:latin typeface="Gill Sans MT"/>
                <a:cs typeface="Gill Sans MT"/>
              </a:rPr>
              <a:t>B</a:t>
            </a:r>
            <a:r>
              <a:rPr dirty="0" sz="1450" spc="-90" b="1">
                <a:latin typeface="Trebuchet MS"/>
                <a:cs typeface="Trebuchet MS"/>
              </a:rPr>
              <a:t>u</a:t>
            </a:r>
            <a:r>
              <a:rPr dirty="0" sz="1550" spc="-90" b="1">
                <a:latin typeface="Gill Sans MT"/>
                <a:cs typeface="Gill Sans MT"/>
              </a:rPr>
              <a:t>dge</a:t>
            </a:r>
            <a:r>
              <a:rPr dirty="0" sz="1450" spc="-90" b="1">
                <a:latin typeface="Trebuchet MS"/>
                <a:cs typeface="Trebuchet MS"/>
              </a:rPr>
              <a:t>t</a:t>
            </a:r>
            <a:r>
              <a:rPr dirty="0" sz="1450" spc="-14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Gill Sans MT"/>
                <a:cs typeface="Gill Sans MT"/>
              </a:rPr>
              <a:t>B</a:t>
            </a:r>
            <a:r>
              <a:rPr dirty="0" sz="1450" spc="-10" b="1">
                <a:latin typeface="Trebuchet MS"/>
                <a:cs typeface="Trebuchet MS"/>
              </a:rPr>
              <a:t>r</a:t>
            </a:r>
            <a:r>
              <a:rPr dirty="0" sz="1550" spc="-10" b="1">
                <a:latin typeface="Gill Sans MT"/>
                <a:cs typeface="Gill Sans MT"/>
              </a:rPr>
              <a:t>eakd</a:t>
            </a:r>
            <a:r>
              <a:rPr dirty="0" sz="1450" spc="-10" b="1">
                <a:latin typeface="Trebuchet MS"/>
                <a:cs typeface="Trebuchet MS"/>
              </a:rPr>
              <a:t>own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195071" y="10320527"/>
            <a:ext cx="7175500" cy="135255"/>
          </a:xfrm>
          <a:custGeom>
            <a:avLst/>
            <a:gdLst/>
            <a:ahLst/>
            <a:cxnLst/>
            <a:rect l="l" t="t" r="r" b="b"/>
            <a:pathLst>
              <a:path w="7175500" h="135254">
                <a:moveTo>
                  <a:pt x="7174991" y="134797"/>
                </a:moveTo>
                <a:lnTo>
                  <a:pt x="0" y="134797"/>
                </a:lnTo>
                <a:lnTo>
                  <a:pt x="0" y="0"/>
                </a:lnTo>
                <a:lnTo>
                  <a:pt x="7174991" y="0"/>
                </a:lnTo>
                <a:lnTo>
                  <a:pt x="7174991" y="134797"/>
                </a:lnTo>
                <a:close/>
              </a:path>
            </a:pathLst>
          </a:custGeom>
          <a:solidFill>
            <a:srgbClr val="000000">
              <a:alpha val="4998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95071" y="238124"/>
            <a:ext cx="7175500" cy="3215640"/>
          </a:xfrm>
          <a:custGeom>
            <a:avLst/>
            <a:gdLst/>
            <a:ahLst/>
            <a:cxnLst/>
            <a:rect l="l" t="t" r="r" b="b"/>
            <a:pathLst>
              <a:path w="7175500" h="3215640">
                <a:moveTo>
                  <a:pt x="7174991" y="3215258"/>
                </a:moveTo>
                <a:lnTo>
                  <a:pt x="0" y="3215258"/>
                </a:lnTo>
                <a:lnTo>
                  <a:pt x="0" y="0"/>
                </a:lnTo>
                <a:lnTo>
                  <a:pt x="195452" y="0"/>
                </a:lnTo>
                <a:lnTo>
                  <a:pt x="187850" y="697"/>
                </a:lnTo>
                <a:lnTo>
                  <a:pt x="180826" y="2789"/>
                </a:lnTo>
                <a:lnTo>
                  <a:pt x="157352" y="38099"/>
                </a:lnTo>
                <a:lnTo>
                  <a:pt x="157352" y="3000374"/>
                </a:lnTo>
                <a:lnTo>
                  <a:pt x="180826" y="3035685"/>
                </a:lnTo>
                <a:lnTo>
                  <a:pt x="195452" y="3038474"/>
                </a:lnTo>
                <a:lnTo>
                  <a:pt x="7174991" y="3038474"/>
                </a:lnTo>
                <a:lnTo>
                  <a:pt x="7174991" y="3215258"/>
                </a:lnTo>
                <a:close/>
              </a:path>
              <a:path w="7175500" h="3215640">
                <a:moveTo>
                  <a:pt x="7174991" y="3038474"/>
                </a:moveTo>
                <a:lnTo>
                  <a:pt x="6977237" y="3038474"/>
                </a:lnTo>
                <a:lnTo>
                  <a:pt x="6984850" y="3037777"/>
                </a:lnTo>
                <a:lnTo>
                  <a:pt x="6991875" y="3035685"/>
                </a:lnTo>
                <a:lnTo>
                  <a:pt x="7015337" y="3000374"/>
                </a:lnTo>
                <a:lnTo>
                  <a:pt x="7015337" y="38099"/>
                </a:lnTo>
                <a:lnTo>
                  <a:pt x="6991875" y="2789"/>
                </a:lnTo>
                <a:lnTo>
                  <a:pt x="6977237" y="0"/>
                </a:lnTo>
                <a:lnTo>
                  <a:pt x="7174991" y="0"/>
                </a:lnTo>
                <a:lnTo>
                  <a:pt x="7174991" y="3038474"/>
                </a:lnTo>
                <a:close/>
              </a:path>
            </a:pathLst>
          </a:custGeom>
          <a:solidFill>
            <a:srgbClr val="000000">
              <a:alpha val="4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357187" y="242887"/>
            <a:ext cx="6848475" cy="3028950"/>
          </a:xfrm>
          <a:custGeom>
            <a:avLst/>
            <a:gdLst/>
            <a:ahLst/>
            <a:cxnLst/>
            <a:rect l="l" t="t" r="r" b="b"/>
            <a:pathLst>
              <a:path w="6848475" h="3028950">
                <a:moveTo>
                  <a:pt x="0" y="2995612"/>
                </a:moveTo>
                <a:lnTo>
                  <a:pt x="0" y="33337"/>
                </a:lnTo>
                <a:lnTo>
                  <a:pt x="0" y="28955"/>
                </a:lnTo>
                <a:lnTo>
                  <a:pt x="845" y="24669"/>
                </a:lnTo>
                <a:lnTo>
                  <a:pt x="20579" y="2571"/>
                </a:lnTo>
                <a:lnTo>
                  <a:pt x="24664" y="857"/>
                </a:lnTo>
                <a:lnTo>
                  <a:pt x="28916" y="0"/>
                </a:lnTo>
                <a:lnTo>
                  <a:pt x="33337" y="0"/>
                </a:lnTo>
                <a:lnTo>
                  <a:pt x="6815137" y="0"/>
                </a:lnTo>
                <a:lnTo>
                  <a:pt x="6819557" y="0"/>
                </a:lnTo>
                <a:lnTo>
                  <a:pt x="6823814" y="857"/>
                </a:lnTo>
                <a:lnTo>
                  <a:pt x="6827891" y="2571"/>
                </a:lnTo>
                <a:lnTo>
                  <a:pt x="6831977" y="4190"/>
                </a:lnTo>
                <a:lnTo>
                  <a:pt x="6845931" y="20573"/>
                </a:lnTo>
                <a:lnTo>
                  <a:pt x="6847627" y="24669"/>
                </a:lnTo>
                <a:lnTo>
                  <a:pt x="6848475" y="28955"/>
                </a:lnTo>
                <a:lnTo>
                  <a:pt x="6848475" y="33337"/>
                </a:lnTo>
                <a:lnTo>
                  <a:pt x="6848475" y="2995612"/>
                </a:lnTo>
                <a:lnTo>
                  <a:pt x="6848475" y="2999994"/>
                </a:lnTo>
                <a:lnTo>
                  <a:pt x="6847627" y="3004280"/>
                </a:lnTo>
                <a:lnTo>
                  <a:pt x="6845931" y="3008376"/>
                </a:lnTo>
                <a:lnTo>
                  <a:pt x="6844245" y="3012471"/>
                </a:lnTo>
                <a:lnTo>
                  <a:pt x="6841836" y="3016091"/>
                </a:lnTo>
                <a:lnTo>
                  <a:pt x="6838711" y="3019139"/>
                </a:lnTo>
                <a:lnTo>
                  <a:pt x="6835587" y="3022282"/>
                </a:lnTo>
                <a:lnTo>
                  <a:pt x="6831977" y="3024759"/>
                </a:lnTo>
                <a:lnTo>
                  <a:pt x="6827891" y="3026378"/>
                </a:lnTo>
                <a:lnTo>
                  <a:pt x="6823814" y="3028092"/>
                </a:lnTo>
                <a:lnTo>
                  <a:pt x="6819557" y="3028950"/>
                </a:lnTo>
                <a:lnTo>
                  <a:pt x="6815137" y="3028950"/>
                </a:lnTo>
                <a:lnTo>
                  <a:pt x="33337" y="3028950"/>
                </a:lnTo>
                <a:lnTo>
                  <a:pt x="28916" y="3028950"/>
                </a:lnTo>
                <a:lnTo>
                  <a:pt x="24664" y="3028092"/>
                </a:lnTo>
                <a:lnTo>
                  <a:pt x="20579" y="3026378"/>
                </a:lnTo>
                <a:lnTo>
                  <a:pt x="16495" y="3024759"/>
                </a:lnTo>
                <a:lnTo>
                  <a:pt x="12890" y="3022282"/>
                </a:lnTo>
                <a:lnTo>
                  <a:pt x="9764" y="3019139"/>
                </a:lnTo>
                <a:lnTo>
                  <a:pt x="6637" y="3016091"/>
                </a:lnTo>
                <a:lnTo>
                  <a:pt x="4229" y="3012471"/>
                </a:lnTo>
                <a:lnTo>
                  <a:pt x="2537" y="3008376"/>
                </a:lnTo>
                <a:lnTo>
                  <a:pt x="845" y="3004280"/>
                </a:lnTo>
                <a:lnTo>
                  <a:pt x="0" y="2999994"/>
                </a:lnTo>
                <a:lnTo>
                  <a:pt x="0" y="299561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361950" y="247648"/>
          <a:ext cx="6915150" cy="30187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95755"/>
                <a:gridCol w="742950"/>
                <a:gridCol w="4500245"/>
              </a:tblGrid>
              <a:tr h="271145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100" spc="-10" b="1">
                          <a:latin typeface="Comic Sans MS"/>
                          <a:cs typeface="Comic Sans MS"/>
                        </a:rPr>
                        <a:t>C</a:t>
                      </a:r>
                      <a:r>
                        <a:rPr dirty="0" sz="1200" spc="-10" b="1">
                          <a:latin typeface="Comic Sans MS"/>
                          <a:cs typeface="Comic Sans MS"/>
                        </a:rPr>
                        <a:t>a</a:t>
                      </a:r>
                      <a:r>
                        <a:rPr dirty="0" sz="1150" spc="-10" b="1">
                          <a:latin typeface="Comic Sans MS"/>
                          <a:cs typeface="Comic Sans MS"/>
                        </a:rPr>
                        <a:t>t</a:t>
                      </a:r>
                      <a:r>
                        <a:rPr dirty="0" sz="1200" spc="-10" b="1">
                          <a:latin typeface="Comic Sans MS"/>
                          <a:cs typeface="Comic Sans MS"/>
                        </a:rPr>
                        <a:t>eg</a:t>
                      </a:r>
                      <a:r>
                        <a:rPr dirty="0" sz="1150" spc="-10" b="1">
                          <a:latin typeface="Comic Sans MS"/>
                          <a:cs typeface="Comic Sans MS"/>
                        </a:rPr>
                        <a:t>ory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28575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723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00" spc="-10" b="1">
                          <a:latin typeface="Comic Sans MS"/>
                          <a:cs typeface="Comic Sans MS"/>
                        </a:rPr>
                        <a:t>A</a:t>
                      </a:r>
                      <a:r>
                        <a:rPr dirty="0" sz="1150" spc="-10" b="1">
                          <a:latin typeface="Comic Sans MS"/>
                          <a:cs typeface="Comic Sans MS"/>
                        </a:rPr>
                        <a:t>mount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100" spc="-10" b="1">
                          <a:latin typeface="Comic Sans MS"/>
                          <a:cs typeface="Comic Sans MS"/>
                        </a:rPr>
                        <a:t>D</a:t>
                      </a:r>
                      <a:r>
                        <a:rPr dirty="0" sz="1200" spc="-10" b="1">
                          <a:latin typeface="Comic Sans MS"/>
                          <a:cs typeface="Comic Sans MS"/>
                        </a:rPr>
                        <a:t>e</a:t>
                      </a:r>
                      <a:r>
                        <a:rPr dirty="0" sz="1150" spc="-10" b="1">
                          <a:latin typeface="Comic Sans MS"/>
                          <a:cs typeface="Comic Sans MS"/>
                        </a:rPr>
                        <a:t>t</a:t>
                      </a:r>
                      <a:r>
                        <a:rPr dirty="0" sz="1200" spc="-10" b="1">
                          <a:latin typeface="Comic Sans MS"/>
                          <a:cs typeface="Comic Sans MS"/>
                        </a:rPr>
                        <a:t>ai</a:t>
                      </a:r>
                      <a:r>
                        <a:rPr dirty="0" sz="1150" spc="-10" b="1">
                          <a:latin typeface="Comic Sans MS"/>
                          <a:cs typeface="Comic Sans MS"/>
                        </a:rPr>
                        <a:t>ls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28575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100" spc="-75" b="1">
                          <a:latin typeface="Comic Sans MS"/>
                          <a:cs typeface="Comic Sans MS"/>
                        </a:rPr>
                        <a:t>I</a:t>
                      </a:r>
                      <a:r>
                        <a:rPr dirty="0" sz="1150" spc="-75" b="1">
                          <a:latin typeface="Comic Sans MS"/>
                          <a:cs typeface="Comic Sans MS"/>
                        </a:rPr>
                        <a:t>n</a:t>
                      </a:r>
                      <a:r>
                        <a:rPr dirty="0" sz="1200" spc="-75" b="1">
                          <a:latin typeface="Comic Sans MS"/>
                          <a:cs typeface="Comic Sans MS"/>
                        </a:rPr>
                        <a:t>c</a:t>
                      </a:r>
                      <a:r>
                        <a:rPr dirty="0" sz="1150" spc="-75" b="1">
                          <a:latin typeface="Comic Sans MS"/>
                          <a:cs typeface="Comic Sans MS"/>
                        </a:rPr>
                        <a:t>r</a:t>
                      </a:r>
                      <a:r>
                        <a:rPr dirty="0" sz="1200" spc="-75" b="1">
                          <a:latin typeface="Comic Sans MS"/>
                          <a:cs typeface="Comic Sans MS"/>
                        </a:rPr>
                        <a:t>e</a:t>
                      </a:r>
                      <a:r>
                        <a:rPr dirty="0" sz="1150" spc="-75" b="1">
                          <a:latin typeface="Comic Sans MS"/>
                          <a:cs typeface="Comic Sans MS"/>
                        </a:rPr>
                        <a:t>m</a:t>
                      </a:r>
                      <a:r>
                        <a:rPr dirty="0" sz="1200" spc="-75" b="1">
                          <a:latin typeface="Comic Sans MS"/>
                          <a:cs typeface="Comic Sans MS"/>
                        </a:rPr>
                        <a:t>e</a:t>
                      </a:r>
                      <a:r>
                        <a:rPr dirty="0" sz="1150" spc="-75" b="1">
                          <a:latin typeface="Comic Sans MS"/>
                          <a:cs typeface="Comic Sans MS"/>
                        </a:rPr>
                        <a:t>nt</a:t>
                      </a:r>
                      <a:r>
                        <a:rPr dirty="0" sz="1200" spc="-75" b="1">
                          <a:latin typeface="Comic Sans MS"/>
                          <a:cs typeface="Comic Sans MS"/>
                        </a:rPr>
                        <a:t>a</a:t>
                      </a:r>
                      <a:r>
                        <a:rPr dirty="0" sz="1150" spc="-75" b="1">
                          <a:latin typeface="Comic Sans MS"/>
                          <a:cs typeface="Comic Sans MS"/>
                        </a:rPr>
                        <a:t>l</a:t>
                      </a:r>
                      <a:r>
                        <a:rPr dirty="0" sz="1150" spc="-225" b="1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00" spc="-20" b="1">
                          <a:latin typeface="Californian FB"/>
                          <a:cs typeface="Californian FB"/>
                        </a:rPr>
                        <a:t>T</a:t>
                      </a:r>
                      <a:r>
                        <a:rPr dirty="0" sz="1150" spc="-20" b="1">
                          <a:latin typeface="Comic Sans MS"/>
                          <a:cs typeface="Comic Sans MS"/>
                        </a:rPr>
                        <a:t>ool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  <a:p>
                      <a:pPr marL="7493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100" spc="-10" b="1">
                          <a:latin typeface="Californian FB"/>
                          <a:cs typeface="Californian FB"/>
                        </a:rPr>
                        <a:t>U</a:t>
                      </a:r>
                      <a:r>
                        <a:rPr dirty="0" sz="1150" spc="-10" b="1">
                          <a:latin typeface="Comic Sans MS"/>
                          <a:cs typeface="Comic Sans MS"/>
                        </a:rPr>
                        <a:t>s</a:t>
                      </a:r>
                      <a:r>
                        <a:rPr dirty="0" sz="1200" spc="-10" b="1">
                          <a:latin typeface="Comic Sans MS"/>
                          <a:cs typeface="Comic Sans MS"/>
                        </a:rPr>
                        <a:t>age</a:t>
                      </a:r>
                      <a:endParaRPr sz="1200">
                        <a:latin typeface="Comic Sans MS"/>
                        <a:cs typeface="Comic Sans MS"/>
                      </a:endParaRPr>
                    </a:p>
                  </a:txBody>
                  <a:tcPr marL="0" marR="0" marB="0" marT="3302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R="71120">
                        <a:lnSpc>
                          <a:spcPct val="100000"/>
                        </a:lnSpc>
                      </a:pPr>
                      <a:r>
                        <a:rPr dirty="0" sz="1200" spc="-10">
                          <a:latin typeface="Lucida Sans"/>
                          <a:cs typeface="Lucida Sans"/>
                        </a:rPr>
                        <a:t>$</a:t>
                      </a:r>
                      <a:r>
                        <a:rPr dirty="0" sz="1100" spc="-10">
                          <a:latin typeface="Comic Sans MS"/>
                          <a:cs typeface="Comic Sans MS"/>
                        </a:rPr>
                        <a:t>50,000</a:t>
                      </a:r>
                      <a:endParaRPr sz="1100">
                        <a:latin typeface="Comic Sans MS"/>
                        <a:cs typeface="Comic Sans MS"/>
                      </a:endParaRPr>
                    </a:p>
                  </a:txBody>
                  <a:tcPr marL="0" marR="0" marB="0" marT="133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00" spc="-100">
                          <a:latin typeface="Comic Sans MS"/>
                          <a:cs typeface="Comic Sans MS"/>
                        </a:rPr>
                        <a:t>I</a:t>
                      </a:r>
                      <a:r>
                        <a:rPr dirty="0" sz="1150" spc="-100">
                          <a:latin typeface="Comic Sans MS"/>
                          <a:cs typeface="Comic Sans MS"/>
                        </a:rPr>
                        <a:t>ncreased</a:t>
                      </a:r>
                      <a:r>
                        <a:rPr dirty="0" sz="1150" spc="-7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85">
                          <a:latin typeface="Comic Sans MS"/>
                          <a:cs typeface="Comic Sans MS"/>
                        </a:rPr>
                        <a:t>data</a:t>
                      </a:r>
                      <a:r>
                        <a:rPr dirty="0" sz="1150" spc="-7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65">
                          <a:latin typeface="Comic Sans MS"/>
                          <a:cs typeface="Comic Sans MS"/>
                        </a:rPr>
                        <a:t>ingestion</a:t>
                      </a:r>
                      <a:r>
                        <a:rPr dirty="0" sz="1100" spc="-65">
                          <a:latin typeface="Comic Sans MS"/>
                          <a:cs typeface="Comic Sans MS"/>
                        </a:rPr>
                        <a:t>,</a:t>
                      </a:r>
                      <a:r>
                        <a:rPr dirty="0" sz="1100" spc="-5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00" spc="-140">
                          <a:latin typeface="Comic Sans MS"/>
                          <a:cs typeface="Comic Sans MS"/>
                        </a:rPr>
                        <a:t>API</a:t>
                      </a:r>
                      <a:r>
                        <a:rPr dirty="0" sz="1100" spc="-55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55">
                          <a:latin typeface="Comic Sans MS"/>
                          <a:cs typeface="Comic Sans MS"/>
                        </a:rPr>
                        <a:t>calls</a:t>
                      </a:r>
                      <a:r>
                        <a:rPr dirty="0" sz="1100" spc="-55">
                          <a:latin typeface="Comic Sans MS"/>
                          <a:cs typeface="Comic Sans MS"/>
                        </a:rPr>
                        <a:t>, </a:t>
                      </a:r>
                      <a:r>
                        <a:rPr dirty="0" sz="1150" spc="-40">
                          <a:latin typeface="Comic Sans MS"/>
                          <a:cs typeface="Comic Sans MS"/>
                        </a:rPr>
                        <a:t>and</a:t>
                      </a:r>
                      <a:r>
                        <a:rPr dirty="0" sz="1150" spc="-65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00" spc="-60">
                          <a:latin typeface="Comic Sans MS"/>
                          <a:cs typeface="Comic Sans MS"/>
                        </a:rPr>
                        <a:t>ML</a:t>
                      </a:r>
                      <a:r>
                        <a:rPr dirty="0" sz="1100" spc="-55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60">
                          <a:latin typeface="Comic Sans MS"/>
                          <a:cs typeface="Comic Sans MS"/>
                        </a:rPr>
                        <a:t>processing</a:t>
                      </a:r>
                      <a:r>
                        <a:rPr dirty="0" sz="1150" spc="-7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85">
                          <a:latin typeface="Comic Sans MS"/>
                          <a:cs typeface="Comic Sans MS"/>
                        </a:rPr>
                        <a:t>within</a:t>
                      </a:r>
                      <a:r>
                        <a:rPr dirty="0" sz="1150" spc="-65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10">
                          <a:latin typeface="Comic Sans MS"/>
                          <a:cs typeface="Comic Sans MS"/>
                        </a:rPr>
                        <a:t>existing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  <a:p>
                      <a:pPr marL="81915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dirty="0" sz="1150" spc="-10">
                          <a:latin typeface="Comic Sans MS"/>
                          <a:cs typeface="Comic Sans MS"/>
                        </a:rPr>
                        <a:t>contracts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100" spc="-50" b="1">
                          <a:latin typeface="Comic Sans MS"/>
                          <a:cs typeface="Comic Sans MS"/>
                        </a:rPr>
                        <a:t>P</a:t>
                      </a:r>
                      <a:r>
                        <a:rPr dirty="0" sz="1150" spc="-50" b="1">
                          <a:latin typeface="Comic Sans MS"/>
                          <a:cs typeface="Comic Sans MS"/>
                        </a:rPr>
                        <a:t>ro</a:t>
                      </a:r>
                      <a:r>
                        <a:rPr dirty="0" sz="1200" spc="-50" b="1">
                          <a:latin typeface="Comic Sans MS"/>
                          <a:cs typeface="Comic Sans MS"/>
                        </a:rPr>
                        <a:t>fe</a:t>
                      </a:r>
                      <a:r>
                        <a:rPr dirty="0" sz="1150" spc="-50" b="1">
                          <a:latin typeface="Comic Sans MS"/>
                          <a:cs typeface="Comic Sans MS"/>
                        </a:rPr>
                        <a:t>ss</a:t>
                      </a:r>
                      <a:r>
                        <a:rPr dirty="0" sz="1200" spc="-50" b="1">
                          <a:latin typeface="Comic Sans MS"/>
                          <a:cs typeface="Comic Sans MS"/>
                        </a:rPr>
                        <a:t>i</a:t>
                      </a:r>
                      <a:r>
                        <a:rPr dirty="0" sz="1150" spc="-50" b="1">
                          <a:latin typeface="Comic Sans MS"/>
                          <a:cs typeface="Comic Sans MS"/>
                        </a:rPr>
                        <a:t>on</a:t>
                      </a:r>
                      <a:r>
                        <a:rPr dirty="0" sz="1200" spc="-50" b="1">
                          <a:latin typeface="Comic Sans MS"/>
                          <a:cs typeface="Comic Sans MS"/>
                        </a:rPr>
                        <a:t>a</a:t>
                      </a:r>
                      <a:r>
                        <a:rPr dirty="0" sz="1150" spc="-50" b="1">
                          <a:latin typeface="Comic Sans MS"/>
                          <a:cs typeface="Comic Sans MS"/>
                        </a:rPr>
                        <a:t>l</a:t>
                      </a:r>
                      <a:r>
                        <a:rPr dirty="0" sz="1150" spc="-175" b="1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00" spc="-10" b="1">
                          <a:latin typeface="Comic Sans MS"/>
                          <a:cs typeface="Comic Sans MS"/>
                        </a:rPr>
                        <a:t>S</a:t>
                      </a:r>
                      <a:r>
                        <a:rPr dirty="0" sz="1200" spc="-10" b="1">
                          <a:latin typeface="Comic Sans MS"/>
                          <a:cs typeface="Comic Sans MS"/>
                        </a:rPr>
                        <a:t>e</a:t>
                      </a:r>
                      <a:r>
                        <a:rPr dirty="0" sz="1150" spc="-10" b="1">
                          <a:latin typeface="Comic Sans MS"/>
                          <a:cs typeface="Comic Sans MS"/>
                        </a:rPr>
                        <a:t>rv</a:t>
                      </a:r>
                      <a:r>
                        <a:rPr dirty="0" sz="1200" spc="-10" b="1">
                          <a:latin typeface="Comic Sans MS"/>
                          <a:cs typeface="Comic Sans MS"/>
                        </a:rPr>
                        <a:t>ice</a:t>
                      </a:r>
                      <a:r>
                        <a:rPr dirty="0" sz="1150" spc="-10" b="1">
                          <a:latin typeface="Comic Sans MS"/>
                          <a:cs typeface="Comic Sans MS"/>
                        </a:rPr>
                        <a:t>s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302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98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200" spc="-10">
                          <a:latin typeface="Lucida Sans"/>
                          <a:cs typeface="Lucida Sans"/>
                        </a:rPr>
                        <a:t>$</a:t>
                      </a:r>
                      <a:r>
                        <a:rPr dirty="0" sz="1100" spc="-10">
                          <a:latin typeface="Comic Sans MS"/>
                          <a:cs typeface="Comic Sans MS"/>
                        </a:rPr>
                        <a:t>30,000</a:t>
                      </a:r>
                      <a:endParaRPr sz="1100">
                        <a:latin typeface="Comic Sans MS"/>
                        <a:cs typeface="Comic Sans MS"/>
                      </a:endParaRPr>
                    </a:p>
                  </a:txBody>
                  <a:tcPr marL="0" marR="0" marB="0" marT="330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00" spc="-75">
                          <a:latin typeface="Comic Sans MS"/>
                          <a:cs typeface="Comic Sans MS"/>
                        </a:rPr>
                        <a:t>V</a:t>
                      </a:r>
                      <a:r>
                        <a:rPr dirty="0" sz="1150" spc="-75">
                          <a:latin typeface="Comic Sans MS"/>
                          <a:cs typeface="Comic Sans MS"/>
                        </a:rPr>
                        <a:t>endor</a:t>
                      </a:r>
                      <a:r>
                        <a:rPr dirty="0" sz="1150" spc="-6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70">
                          <a:latin typeface="Comic Sans MS"/>
                          <a:cs typeface="Comic Sans MS"/>
                        </a:rPr>
                        <a:t>support</a:t>
                      </a:r>
                      <a:r>
                        <a:rPr dirty="0" sz="1150" spc="-6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75">
                          <a:latin typeface="Comic Sans MS"/>
                          <a:cs typeface="Comic Sans MS"/>
                        </a:rPr>
                        <a:t>hours</a:t>
                      </a:r>
                      <a:r>
                        <a:rPr dirty="0" sz="1150" spc="-6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00" spc="-80">
                          <a:latin typeface="Comic Sans MS"/>
                          <a:cs typeface="Comic Sans MS"/>
                        </a:rPr>
                        <a:t>(</a:t>
                      </a:r>
                      <a:r>
                        <a:rPr dirty="0" sz="1150" spc="-80">
                          <a:latin typeface="Comic Sans MS"/>
                          <a:cs typeface="Comic Sans MS"/>
                        </a:rPr>
                        <a:t>likely</a:t>
                      </a:r>
                      <a:r>
                        <a:rPr dirty="0" sz="1150" spc="-60">
                          <a:latin typeface="Comic Sans MS"/>
                          <a:cs typeface="Comic Sans MS"/>
                        </a:rPr>
                        <a:t> included </a:t>
                      </a:r>
                      <a:r>
                        <a:rPr dirty="0" sz="1150" spc="-55">
                          <a:latin typeface="Comic Sans MS"/>
                          <a:cs typeface="Comic Sans MS"/>
                        </a:rPr>
                        <a:t>in</a:t>
                      </a:r>
                      <a:r>
                        <a:rPr dirty="0" sz="1150" spc="-6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100">
                          <a:latin typeface="Comic Sans MS"/>
                          <a:cs typeface="Comic Sans MS"/>
                        </a:rPr>
                        <a:t>enterprise</a:t>
                      </a:r>
                      <a:r>
                        <a:rPr dirty="0" sz="1150" spc="-6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10">
                          <a:latin typeface="Comic Sans MS"/>
                          <a:cs typeface="Comic Sans MS"/>
                        </a:rPr>
                        <a:t>contracts</a:t>
                      </a:r>
                      <a:r>
                        <a:rPr dirty="0" sz="1100" spc="-10">
                          <a:latin typeface="Comic Sans MS"/>
                          <a:cs typeface="Comic Sans MS"/>
                        </a:rPr>
                        <a:t>)</a:t>
                      </a:r>
                      <a:endParaRPr sz="1100">
                        <a:latin typeface="Comic Sans MS"/>
                        <a:cs typeface="Comic Sans MS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100" spc="-55" b="1">
                          <a:latin typeface="Californian FB"/>
                          <a:cs typeface="Californian FB"/>
                        </a:rPr>
                        <a:t>T</a:t>
                      </a:r>
                      <a:r>
                        <a:rPr dirty="0" sz="1150" spc="-55" b="1">
                          <a:latin typeface="Comic Sans MS"/>
                          <a:cs typeface="Comic Sans MS"/>
                        </a:rPr>
                        <a:t>r</a:t>
                      </a:r>
                      <a:r>
                        <a:rPr dirty="0" sz="1200" spc="-55" b="1">
                          <a:latin typeface="Comic Sans MS"/>
                          <a:cs typeface="Comic Sans MS"/>
                        </a:rPr>
                        <a:t>ai</a:t>
                      </a:r>
                      <a:r>
                        <a:rPr dirty="0" sz="1150" spc="-55" b="1">
                          <a:latin typeface="Comic Sans MS"/>
                          <a:cs typeface="Comic Sans MS"/>
                        </a:rPr>
                        <a:t>n</a:t>
                      </a:r>
                      <a:r>
                        <a:rPr dirty="0" sz="1200" spc="-55" b="1">
                          <a:latin typeface="Comic Sans MS"/>
                          <a:cs typeface="Comic Sans MS"/>
                        </a:rPr>
                        <a:t>i</a:t>
                      </a:r>
                      <a:r>
                        <a:rPr dirty="0" sz="1150" spc="-55" b="1">
                          <a:latin typeface="Comic Sans MS"/>
                          <a:cs typeface="Comic Sans MS"/>
                        </a:rPr>
                        <a:t>n</a:t>
                      </a:r>
                      <a:r>
                        <a:rPr dirty="0" sz="1200" spc="-55" b="1">
                          <a:latin typeface="Comic Sans MS"/>
                          <a:cs typeface="Comic Sans MS"/>
                        </a:rPr>
                        <a:t>g</a:t>
                      </a:r>
                      <a:r>
                        <a:rPr dirty="0" sz="1200" spc="-260" b="1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00" spc="-50" b="1">
                          <a:latin typeface="Cambria"/>
                          <a:cs typeface="Cambria"/>
                        </a:rPr>
                        <a:t>&amp;</a:t>
                      </a:r>
                      <a:endParaRPr sz="1100">
                        <a:latin typeface="Cambria"/>
                        <a:cs typeface="Cambria"/>
                      </a:endParaRPr>
                    </a:p>
                    <a:p>
                      <a:pPr marL="7493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10" b="1">
                          <a:latin typeface="Comic Sans MS"/>
                          <a:cs typeface="Comic Sans MS"/>
                        </a:rPr>
                        <a:t>C</a:t>
                      </a:r>
                      <a:r>
                        <a:rPr dirty="0" sz="1200" spc="-10" b="1">
                          <a:latin typeface="Comic Sans MS"/>
                          <a:cs typeface="Comic Sans MS"/>
                        </a:rPr>
                        <a:t>e</a:t>
                      </a:r>
                      <a:r>
                        <a:rPr dirty="0" sz="1150" spc="-10" b="1">
                          <a:latin typeface="Comic Sans MS"/>
                          <a:cs typeface="Comic Sans MS"/>
                        </a:rPr>
                        <a:t>rt</a:t>
                      </a:r>
                      <a:r>
                        <a:rPr dirty="0" sz="1200" spc="-10" b="1">
                          <a:latin typeface="Comic Sans MS"/>
                          <a:cs typeface="Comic Sans MS"/>
                        </a:rPr>
                        <a:t>ifica</a:t>
                      </a:r>
                      <a:r>
                        <a:rPr dirty="0" sz="1150" spc="-10" b="1">
                          <a:latin typeface="Comic Sans MS"/>
                          <a:cs typeface="Comic Sans MS"/>
                        </a:rPr>
                        <a:t>t</a:t>
                      </a:r>
                      <a:r>
                        <a:rPr dirty="0" sz="1200" spc="-10" b="1">
                          <a:latin typeface="Comic Sans MS"/>
                          <a:cs typeface="Comic Sans MS"/>
                        </a:rPr>
                        <a:t>i</a:t>
                      </a:r>
                      <a:r>
                        <a:rPr dirty="0" sz="1150" spc="-10" b="1">
                          <a:latin typeface="Comic Sans MS"/>
                          <a:cs typeface="Comic Sans MS"/>
                        </a:rPr>
                        <a:t>on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302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R="71120">
                        <a:lnSpc>
                          <a:spcPct val="100000"/>
                        </a:lnSpc>
                      </a:pPr>
                      <a:r>
                        <a:rPr dirty="0" sz="1200" spc="-10">
                          <a:latin typeface="Lucida Sans"/>
                          <a:cs typeface="Lucida Sans"/>
                        </a:rPr>
                        <a:t>$</a:t>
                      </a:r>
                      <a:r>
                        <a:rPr dirty="0" sz="1100" spc="-10">
                          <a:latin typeface="Comic Sans MS"/>
                          <a:cs typeface="Comic Sans MS"/>
                        </a:rPr>
                        <a:t>50,000</a:t>
                      </a:r>
                      <a:endParaRPr sz="1100">
                        <a:latin typeface="Comic Sans MS"/>
                        <a:cs typeface="Comic Sans MS"/>
                      </a:endParaRPr>
                    </a:p>
                  </a:txBody>
                  <a:tcPr marL="0" marR="0" marB="0" marT="381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81915">
                        <a:lnSpc>
                          <a:spcPct val="100000"/>
                        </a:lnSpc>
                      </a:pPr>
                      <a:r>
                        <a:rPr dirty="0" sz="1100" spc="-85">
                          <a:latin typeface="Comic Sans MS"/>
                          <a:cs typeface="Comic Sans MS"/>
                        </a:rPr>
                        <a:t>T</a:t>
                      </a:r>
                      <a:r>
                        <a:rPr dirty="0" sz="1150" spc="-85">
                          <a:latin typeface="Comic Sans MS"/>
                          <a:cs typeface="Comic Sans MS"/>
                        </a:rPr>
                        <a:t>eam</a:t>
                      </a:r>
                      <a:r>
                        <a:rPr dirty="0" sz="1150" spc="-60">
                          <a:latin typeface="Comic Sans MS"/>
                          <a:cs typeface="Comic Sans MS"/>
                        </a:rPr>
                        <a:t> upskilling</a:t>
                      </a:r>
                      <a:r>
                        <a:rPr dirty="0" sz="1150" spc="-55">
                          <a:latin typeface="Comic Sans MS"/>
                          <a:cs typeface="Comic Sans MS"/>
                        </a:rPr>
                        <a:t> in </a:t>
                      </a:r>
                      <a:r>
                        <a:rPr dirty="0" sz="1150" spc="-90">
                          <a:latin typeface="Comic Sans MS"/>
                          <a:cs typeface="Comic Sans MS"/>
                        </a:rPr>
                        <a:t>observability</a:t>
                      </a:r>
                      <a:r>
                        <a:rPr dirty="0" sz="1150" spc="-6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40">
                          <a:latin typeface="Comic Sans MS"/>
                          <a:cs typeface="Comic Sans MS"/>
                        </a:rPr>
                        <a:t>and</a:t>
                      </a:r>
                      <a:r>
                        <a:rPr dirty="0" sz="1150" spc="-55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00" spc="-20">
                          <a:latin typeface="Comic Sans MS"/>
                          <a:cs typeface="Comic Sans MS"/>
                        </a:rPr>
                        <a:t>AI/ML</a:t>
                      </a:r>
                      <a:endParaRPr sz="1100">
                        <a:latin typeface="Comic Sans MS"/>
                        <a:cs typeface="Comic Sans MS"/>
                      </a:endParaRPr>
                    </a:p>
                  </a:txBody>
                  <a:tcPr marL="0" marR="0" marB="0" marT="1016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100" spc="-30" b="1">
                          <a:latin typeface="Comic Sans MS"/>
                          <a:cs typeface="Comic Sans MS"/>
                        </a:rPr>
                        <a:t>I</a:t>
                      </a:r>
                      <a:r>
                        <a:rPr dirty="0" sz="1150" spc="-30" b="1">
                          <a:latin typeface="Comic Sans MS"/>
                          <a:cs typeface="Comic Sans MS"/>
                        </a:rPr>
                        <a:t>n</a:t>
                      </a:r>
                      <a:r>
                        <a:rPr dirty="0" sz="1200" spc="-30" b="1"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dirty="0" sz="1150" spc="-30" b="1">
                          <a:latin typeface="Comic Sans MS"/>
                          <a:cs typeface="Comic Sans MS"/>
                        </a:rPr>
                        <a:t>r</a:t>
                      </a:r>
                      <a:r>
                        <a:rPr dirty="0" sz="1200" spc="-30" b="1">
                          <a:latin typeface="Comic Sans MS"/>
                          <a:cs typeface="Comic Sans MS"/>
                        </a:rPr>
                        <a:t>a</a:t>
                      </a:r>
                      <a:r>
                        <a:rPr dirty="0" sz="1150" spc="-30" b="1">
                          <a:latin typeface="Comic Sans MS"/>
                          <a:cs typeface="Comic Sans MS"/>
                        </a:rPr>
                        <a:t>stru</a:t>
                      </a:r>
                      <a:r>
                        <a:rPr dirty="0" sz="1200" spc="-30" b="1">
                          <a:latin typeface="Comic Sans MS"/>
                          <a:cs typeface="Comic Sans MS"/>
                        </a:rPr>
                        <a:t>c</a:t>
                      </a:r>
                      <a:r>
                        <a:rPr dirty="0" sz="1150" spc="-30" b="1">
                          <a:latin typeface="Comic Sans MS"/>
                          <a:cs typeface="Comic Sans MS"/>
                        </a:rPr>
                        <a:t>tur</a:t>
                      </a:r>
                      <a:r>
                        <a:rPr dirty="0" sz="1200" spc="-30" b="1">
                          <a:latin typeface="Comic Sans MS"/>
                          <a:cs typeface="Comic Sans MS"/>
                        </a:rPr>
                        <a:t>e</a:t>
                      </a:r>
                      <a:endParaRPr sz="1200">
                        <a:latin typeface="Comic Sans MS"/>
                        <a:cs typeface="Comic Sans MS"/>
                      </a:endParaRPr>
                    </a:p>
                  </a:txBody>
                  <a:tcPr marL="0" marR="0" marB="0" marT="3302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143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200" spc="-10">
                          <a:latin typeface="Lucida Sans"/>
                          <a:cs typeface="Lucida Sans"/>
                        </a:rPr>
                        <a:t>$</a:t>
                      </a:r>
                      <a:r>
                        <a:rPr dirty="0" sz="1100" spc="-10">
                          <a:latin typeface="Comic Sans MS"/>
                          <a:cs typeface="Comic Sans MS"/>
                        </a:rPr>
                        <a:t>100,000</a:t>
                      </a:r>
                      <a:endParaRPr sz="1100">
                        <a:latin typeface="Comic Sans MS"/>
                        <a:cs typeface="Comic Sans MS"/>
                      </a:endParaRPr>
                    </a:p>
                  </a:txBody>
                  <a:tcPr marL="0" marR="0" marB="0" marT="330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00" spc="-90">
                          <a:latin typeface="Comic Sans MS"/>
                          <a:cs typeface="Comic Sans MS"/>
                        </a:rPr>
                        <a:t>A</a:t>
                      </a:r>
                      <a:r>
                        <a:rPr dirty="0" sz="1150" spc="-90">
                          <a:latin typeface="Comic Sans MS"/>
                          <a:cs typeface="Comic Sans MS"/>
                        </a:rPr>
                        <a:t>dditional</a:t>
                      </a:r>
                      <a:r>
                        <a:rPr dirty="0" sz="1150" spc="-7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45">
                          <a:latin typeface="Comic Sans MS"/>
                          <a:cs typeface="Comic Sans MS"/>
                        </a:rPr>
                        <a:t>cloud</a:t>
                      </a:r>
                      <a:r>
                        <a:rPr dirty="0" sz="1150" spc="-65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80">
                          <a:latin typeface="Comic Sans MS"/>
                          <a:cs typeface="Comic Sans MS"/>
                        </a:rPr>
                        <a:t>resources</a:t>
                      </a:r>
                      <a:r>
                        <a:rPr dirty="0" sz="1150" spc="-65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155">
                          <a:latin typeface="Comic Sans MS"/>
                          <a:cs typeface="Comic Sans MS"/>
                        </a:rPr>
                        <a:t>for</a:t>
                      </a:r>
                      <a:r>
                        <a:rPr dirty="0" sz="1150" spc="-65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105">
                          <a:latin typeface="Comic Sans MS"/>
                          <a:cs typeface="Comic Sans MS"/>
                        </a:rPr>
                        <a:t>telemetry</a:t>
                      </a:r>
                      <a:r>
                        <a:rPr dirty="0" sz="1150" spc="-65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85">
                          <a:latin typeface="Comic Sans MS"/>
                          <a:cs typeface="Comic Sans MS"/>
                        </a:rPr>
                        <a:t>data</a:t>
                      </a:r>
                      <a:r>
                        <a:rPr dirty="0" sz="1150" spc="-65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85">
                          <a:latin typeface="Comic Sans MS"/>
                          <a:cs typeface="Comic Sans MS"/>
                        </a:rPr>
                        <a:t>storage</a:t>
                      </a:r>
                      <a:r>
                        <a:rPr dirty="0" sz="1150" spc="-65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40">
                          <a:latin typeface="Comic Sans MS"/>
                          <a:cs typeface="Comic Sans MS"/>
                        </a:rPr>
                        <a:t>and</a:t>
                      </a:r>
                      <a:r>
                        <a:rPr dirty="0" sz="1150" spc="-65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00" spc="-60">
                          <a:latin typeface="Comic Sans MS"/>
                          <a:cs typeface="Comic Sans MS"/>
                        </a:rPr>
                        <a:t>ML</a:t>
                      </a:r>
                      <a:r>
                        <a:rPr dirty="0" sz="1100" spc="-5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10">
                          <a:latin typeface="Comic Sans MS"/>
                          <a:cs typeface="Comic Sans MS"/>
                        </a:rPr>
                        <a:t>processing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100" spc="-80" b="1">
                          <a:latin typeface="Comic Sans MS"/>
                          <a:cs typeface="Comic Sans MS"/>
                        </a:rPr>
                        <a:t>E</a:t>
                      </a:r>
                      <a:r>
                        <a:rPr dirty="0" sz="1150" spc="-80" b="1">
                          <a:latin typeface="Comic Sans MS"/>
                          <a:cs typeface="Comic Sans MS"/>
                        </a:rPr>
                        <a:t>xt</a:t>
                      </a:r>
                      <a:r>
                        <a:rPr dirty="0" sz="1200" spc="-80" b="1">
                          <a:latin typeface="Comic Sans MS"/>
                          <a:cs typeface="Comic Sans MS"/>
                        </a:rPr>
                        <a:t>e</a:t>
                      </a:r>
                      <a:r>
                        <a:rPr dirty="0" sz="1150" spc="-80" b="1">
                          <a:latin typeface="Comic Sans MS"/>
                          <a:cs typeface="Comic Sans MS"/>
                        </a:rPr>
                        <a:t>rn</a:t>
                      </a:r>
                      <a:r>
                        <a:rPr dirty="0" sz="1200" spc="-80" b="1">
                          <a:latin typeface="Comic Sans MS"/>
                          <a:cs typeface="Comic Sans MS"/>
                        </a:rPr>
                        <a:t>a</a:t>
                      </a:r>
                      <a:r>
                        <a:rPr dirty="0" sz="1150" spc="-80" b="1">
                          <a:latin typeface="Comic Sans MS"/>
                          <a:cs typeface="Comic Sans MS"/>
                        </a:rPr>
                        <a:t>l</a:t>
                      </a:r>
                      <a:r>
                        <a:rPr dirty="0" sz="1150" spc="-229" b="1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00" spc="-10" b="1">
                          <a:latin typeface="Comic Sans MS"/>
                          <a:cs typeface="Comic Sans MS"/>
                        </a:rPr>
                        <a:t>C</a:t>
                      </a:r>
                      <a:r>
                        <a:rPr dirty="0" sz="1150" spc="-10" b="1">
                          <a:latin typeface="Comic Sans MS"/>
                          <a:cs typeface="Comic Sans MS"/>
                        </a:rPr>
                        <a:t>onsult</a:t>
                      </a:r>
                      <a:r>
                        <a:rPr dirty="0" sz="1200" spc="-10" b="1">
                          <a:latin typeface="Comic Sans MS"/>
                          <a:cs typeface="Comic Sans MS"/>
                        </a:rPr>
                        <a:t>a</a:t>
                      </a:r>
                      <a:r>
                        <a:rPr dirty="0" sz="1150" spc="-10" b="1">
                          <a:latin typeface="Comic Sans MS"/>
                          <a:cs typeface="Comic Sans MS"/>
                        </a:rPr>
                        <a:t>nts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302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7112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200" spc="-10">
                          <a:latin typeface="Lucida Sans"/>
                          <a:cs typeface="Lucida Sans"/>
                        </a:rPr>
                        <a:t>$</a:t>
                      </a:r>
                      <a:r>
                        <a:rPr dirty="0" sz="1100" spc="-10">
                          <a:latin typeface="Comic Sans MS"/>
                          <a:cs typeface="Comic Sans MS"/>
                        </a:rPr>
                        <a:t>50,000</a:t>
                      </a:r>
                      <a:endParaRPr sz="1100">
                        <a:latin typeface="Comic Sans MS"/>
                        <a:cs typeface="Comic Sans MS"/>
                      </a:endParaRPr>
                    </a:p>
                  </a:txBody>
                  <a:tcPr marL="0" marR="0" marB="0" marT="330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00" spc="-85">
                          <a:latin typeface="Comic Sans MS"/>
                          <a:cs typeface="Comic Sans MS"/>
                        </a:rPr>
                        <a:t>B</a:t>
                      </a:r>
                      <a:r>
                        <a:rPr dirty="0" sz="1150" spc="-85">
                          <a:latin typeface="Comic Sans MS"/>
                          <a:cs typeface="Comic Sans MS"/>
                        </a:rPr>
                        <a:t>est</a:t>
                      </a:r>
                      <a:r>
                        <a:rPr dirty="0" sz="1150" spc="-4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85">
                          <a:latin typeface="Comic Sans MS"/>
                          <a:cs typeface="Comic Sans MS"/>
                        </a:rPr>
                        <a:t>practices</a:t>
                      </a:r>
                      <a:r>
                        <a:rPr dirty="0" sz="1150" spc="-4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50">
                          <a:latin typeface="Comic Sans MS"/>
                          <a:cs typeface="Comic Sans MS"/>
                        </a:rPr>
                        <a:t>guidance</a:t>
                      </a:r>
                      <a:r>
                        <a:rPr dirty="0" sz="1150" spc="-40">
                          <a:latin typeface="Comic Sans MS"/>
                          <a:cs typeface="Comic Sans MS"/>
                        </a:rPr>
                        <a:t> and </a:t>
                      </a:r>
                      <a:r>
                        <a:rPr dirty="0" sz="1150" spc="-75">
                          <a:latin typeface="Comic Sans MS"/>
                          <a:cs typeface="Comic Sans MS"/>
                        </a:rPr>
                        <a:t>implementation</a:t>
                      </a:r>
                      <a:r>
                        <a:rPr dirty="0" sz="1150" spc="-4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10">
                          <a:latin typeface="Comic Sans MS"/>
                          <a:cs typeface="Comic Sans MS"/>
                        </a:rPr>
                        <a:t>acceleration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100" spc="-30" b="1">
                          <a:latin typeface="Comic Sans MS"/>
                          <a:cs typeface="Comic Sans MS"/>
                        </a:rPr>
                        <a:t>P</a:t>
                      </a:r>
                      <a:r>
                        <a:rPr dirty="0" sz="1200" spc="-30" b="1">
                          <a:latin typeface="Comic Sans MS"/>
                          <a:cs typeface="Comic Sans MS"/>
                        </a:rPr>
                        <a:t>i</a:t>
                      </a:r>
                      <a:r>
                        <a:rPr dirty="0" sz="1150" spc="-30" b="1">
                          <a:latin typeface="Comic Sans MS"/>
                          <a:cs typeface="Comic Sans MS"/>
                        </a:rPr>
                        <a:t>lot</a:t>
                      </a:r>
                      <a:r>
                        <a:rPr dirty="0" sz="1150" spc="-260" b="1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00" spc="-65" b="1">
                          <a:latin typeface="Californian FB"/>
                          <a:cs typeface="Californian FB"/>
                        </a:rPr>
                        <a:t>T</a:t>
                      </a:r>
                      <a:r>
                        <a:rPr dirty="0" sz="1200" spc="-65" b="1">
                          <a:latin typeface="Comic Sans MS"/>
                          <a:cs typeface="Comic Sans MS"/>
                        </a:rPr>
                        <a:t>ea</a:t>
                      </a:r>
                      <a:r>
                        <a:rPr dirty="0" sz="1150" spc="-65" b="1">
                          <a:latin typeface="Comic Sans MS"/>
                          <a:cs typeface="Comic Sans MS"/>
                        </a:rPr>
                        <a:t>m</a:t>
                      </a:r>
                      <a:r>
                        <a:rPr dirty="0" sz="1150" spc="-254" b="1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00" spc="-10" b="1">
                          <a:latin typeface="Comic Sans MS"/>
                          <a:cs typeface="Comic Sans MS"/>
                        </a:rPr>
                        <a:t>B</a:t>
                      </a:r>
                      <a:r>
                        <a:rPr dirty="0" sz="1200" spc="-10" b="1">
                          <a:latin typeface="Comic Sans MS"/>
                          <a:cs typeface="Comic Sans MS"/>
                        </a:rPr>
                        <a:t>ackfi</a:t>
                      </a:r>
                      <a:r>
                        <a:rPr dirty="0" sz="1150" spc="-10" b="1">
                          <a:latin typeface="Comic Sans MS"/>
                          <a:cs typeface="Comic Sans MS"/>
                        </a:rPr>
                        <a:t>ll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302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52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200" spc="-10">
                          <a:latin typeface="Lucida Sans"/>
                          <a:cs typeface="Lucida Sans"/>
                        </a:rPr>
                        <a:t>$</a:t>
                      </a:r>
                      <a:r>
                        <a:rPr dirty="0" sz="1100" spc="-10">
                          <a:latin typeface="Comic Sans MS"/>
                          <a:cs typeface="Comic Sans MS"/>
                        </a:rPr>
                        <a:t>120,000</a:t>
                      </a:r>
                      <a:endParaRPr sz="1100">
                        <a:latin typeface="Comic Sans MS"/>
                        <a:cs typeface="Comic Sans MS"/>
                      </a:endParaRPr>
                    </a:p>
                  </a:txBody>
                  <a:tcPr marL="0" marR="0" marB="0" marT="330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00" spc="-85">
                          <a:latin typeface="Comic Sans MS"/>
                          <a:cs typeface="Comic Sans MS"/>
                        </a:rPr>
                        <a:t>C</a:t>
                      </a:r>
                      <a:r>
                        <a:rPr dirty="0" sz="1150" spc="-85">
                          <a:latin typeface="Comic Sans MS"/>
                          <a:cs typeface="Comic Sans MS"/>
                        </a:rPr>
                        <a:t>ontractors</a:t>
                      </a:r>
                      <a:r>
                        <a:rPr dirty="0" sz="1150" spc="-75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105">
                          <a:latin typeface="Comic Sans MS"/>
                          <a:cs typeface="Comic Sans MS"/>
                        </a:rPr>
                        <a:t>to</a:t>
                      </a:r>
                      <a:r>
                        <a:rPr dirty="0" sz="1150" spc="-7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75">
                          <a:latin typeface="Comic Sans MS"/>
                          <a:cs typeface="Comic Sans MS"/>
                        </a:rPr>
                        <a:t>cover</a:t>
                      </a:r>
                      <a:r>
                        <a:rPr dirty="0" sz="1150" spc="-7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90">
                          <a:latin typeface="Comic Sans MS"/>
                          <a:cs typeface="Comic Sans MS"/>
                        </a:rPr>
                        <a:t>regular</a:t>
                      </a:r>
                      <a:r>
                        <a:rPr dirty="0" sz="1150" spc="-7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85">
                          <a:latin typeface="Comic Sans MS"/>
                          <a:cs typeface="Comic Sans MS"/>
                        </a:rPr>
                        <a:t>duties</a:t>
                      </a:r>
                      <a:r>
                        <a:rPr dirty="0" sz="1150" spc="-7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120">
                          <a:latin typeface="Comic Sans MS"/>
                          <a:cs typeface="Comic Sans MS"/>
                        </a:rPr>
                        <a:t>of</a:t>
                      </a:r>
                      <a:r>
                        <a:rPr dirty="0" sz="1150" spc="-75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85">
                          <a:latin typeface="Comic Sans MS"/>
                          <a:cs typeface="Comic Sans MS"/>
                        </a:rPr>
                        <a:t>pilot</a:t>
                      </a:r>
                      <a:r>
                        <a:rPr dirty="0" sz="1150" spc="-7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80">
                          <a:latin typeface="Comic Sans MS"/>
                          <a:cs typeface="Comic Sans MS"/>
                        </a:rPr>
                        <a:t>team</a:t>
                      </a:r>
                      <a:r>
                        <a:rPr dirty="0" sz="1150" spc="-7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10">
                          <a:latin typeface="Comic Sans MS"/>
                          <a:cs typeface="Comic Sans MS"/>
                        </a:rPr>
                        <a:t>members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100" spc="-10" b="1">
                          <a:latin typeface="Comic Sans MS"/>
                          <a:cs typeface="Comic Sans MS"/>
                        </a:rPr>
                        <a:t>C</a:t>
                      </a:r>
                      <a:r>
                        <a:rPr dirty="0" sz="1150" spc="-10" b="1">
                          <a:latin typeface="Comic Sans MS"/>
                          <a:cs typeface="Comic Sans MS"/>
                        </a:rPr>
                        <a:t>ont</a:t>
                      </a:r>
                      <a:r>
                        <a:rPr dirty="0" sz="1200" spc="-10" b="1">
                          <a:latin typeface="Comic Sans MS"/>
                          <a:cs typeface="Comic Sans MS"/>
                        </a:rPr>
                        <a:t>i</a:t>
                      </a:r>
                      <a:r>
                        <a:rPr dirty="0" sz="1150" spc="-10" b="1">
                          <a:latin typeface="Comic Sans MS"/>
                          <a:cs typeface="Comic Sans MS"/>
                        </a:rPr>
                        <a:t>n</a:t>
                      </a:r>
                      <a:r>
                        <a:rPr dirty="0" sz="1200" spc="-10" b="1">
                          <a:latin typeface="Comic Sans MS"/>
                          <a:cs typeface="Comic Sans MS"/>
                        </a:rPr>
                        <a:t>ge</a:t>
                      </a:r>
                      <a:r>
                        <a:rPr dirty="0" sz="1150" spc="-10" b="1">
                          <a:latin typeface="Comic Sans MS"/>
                          <a:cs typeface="Comic Sans MS"/>
                        </a:rPr>
                        <a:t>n</a:t>
                      </a:r>
                      <a:r>
                        <a:rPr dirty="0" sz="1200" spc="-10" b="1">
                          <a:latin typeface="Comic Sans MS"/>
                          <a:cs typeface="Comic Sans MS"/>
                        </a:rPr>
                        <a:t>c</a:t>
                      </a:r>
                      <a:r>
                        <a:rPr dirty="0" sz="1150" spc="-10" b="1">
                          <a:latin typeface="Comic Sans MS"/>
                          <a:cs typeface="Comic Sans MS"/>
                        </a:rPr>
                        <a:t>y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302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143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200" spc="-10">
                          <a:latin typeface="Lucida Sans"/>
                          <a:cs typeface="Lucida Sans"/>
                        </a:rPr>
                        <a:t>$</a:t>
                      </a:r>
                      <a:r>
                        <a:rPr dirty="0" sz="1100" spc="-10">
                          <a:latin typeface="Comic Sans MS"/>
                          <a:cs typeface="Comic Sans MS"/>
                        </a:rPr>
                        <a:t>100,000</a:t>
                      </a:r>
                      <a:endParaRPr sz="1100">
                        <a:latin typeface="Comic Sans MS"/>
                        <a:cs typeface="Comic Sans MS"/>
                      </a:endParaRPr>
                    </a:p>
                  </a:txBody>
                  <a:tcPr marL="0" marR="0" marB="0" marT="330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00" spc="-90">
                          <a:latin typeface="Comic Sans MS"/>
                          <a:cs typeface="Comic Sans MS"/>
                        </a:rPr>
                        <a:t>U</a:t>
                      </a:r>
                      <a:r>
                        <a:rPr dirty="0" sz="1150" spc="-90">
                          <a:latin typeface="Comic Sans MS"/>
                          <a:cs typeface="Comic Sans MS"/>
                        </a:rPr>
                        <a:t>nforeseen</a:t>
                      </a:r>
                      <a:r>
                        <a:rPr dirty="0" sz="1150" spc="-55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75">
                          <a:latin typeface="Comic Sans MS"/>
                          <a:cs typeface="Comic Sans MS"/>
                        </a:rPr>
                        <a:t>costs</a:t>
                      </a:r>
                      <a:r>
                        <a:rPr dirty="0" sz="1150" spc="-5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40">
                          <a:latin typeface="Comic Sans MS"/>
                          <a:cs typeface="Comic Sans MS"/>
                        </a:rPr>
                        <a:t>and</a:t>
                      </a:r>
                      <a:r>
                        <a:rPr dirty="0" sz="1150" spc="-5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80">
                          <a:latin typeface="Comic Sans MS"/>
                          <a:cs typeface="Comic Sans MS"/>
                        </a:rPr>
                        <a:t>opportunity</a:t>
                      </a:r>
                      <a:r>
                        <a:rPr dirty="0" sz="1150" spc="-5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10">
                          <a:latin typeface="Comic Sans MS"/>
                          <a:cs typeface="Comic Sans MS"/>
                        </a:rPr>
                        <a:t>investments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0670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100" spc="-10" b="1">
                          <a:latin typeface="Californian FB"/>
                          <a:cs typeface="Californian FB"/>
                        </a:rPr>
                        <a:t>T</a:t>
                      </a:r>
                      <a:r>
                        <a:rPr dirty="0" sz="1150" spc="-10" b="1">
                          <a:latin typeface="Comic Sans MS"/>
                          <a:cs typeface="Comic Sans MS"/>
                        </a:rPr>
                        <a:t>ot</a:t>
                      </a:r>
                      <a:r>
                        <a:rPr dirty="0" sz="1200" spc="-10" b="1">
                          <a:latin typeface="Comic Sans MS"/>
                          <a:cs typeface="Comic Sans MS"/>
                        </a:rPr>
                        <a:t>a</a:t>
                      </a:r>
                      <a:r>
                        <a:rPr dirty="0" sz="1150" spc="-10" b="1">
                          <a:latin typeface="Comic Sans MS"/>
                          <a:cs typeface="Comic Sans MS"/>
                        </a:rPr>
                        <a:t>l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302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200" spc="-10">
                          <a:latin typeface="Lucida Sans"/>
                          <a:cs typeface="Lucida Sans"/>
                        </a:rPr>
                        <a:t>$</a:t>
                      </a:r>
                      <a:r>
                        <a:rPr dirty="0" sz="1100" spc="-10">
                          <a:latin typeface="Comic Sans MS"/>
                          <a:cs typeface="Comic Sans MS"/>
                        </a:rPr>
                        <a:t>500,000</a:t>
                      </a:r>
                      <a:endParaRPr sz="1100">
                        <a:latin typeface="Comic Sans MS"/>
                        <a:cs typeface="Comic Sans MS"/>
                      </a:endParaRPr>
                    </a:p>
                  </a:txBody>
                  <a:tcPr marL="0" marR="0" marB="0" marT="330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5" name="object 5" descr=""/>
          <p:cNvSpPr/>
          <p:nvPr/>
        </p:nvSpPr>
        <p:spPr>
          <a:xfrm>
            <a:off x="457200" y="38957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457200" y="44576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457200" y="47624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57200" y="50768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337632" y="3403674"/>
            <a:ext cx="6706870" cy="2587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00" spc="-100" b="1">
                <a:latin typeface="Comic Sans MS"/>
                <a:cs typeface="Comic Sans MS"/>
              </a:rPr>
              <a:t>Not</a:t>
            </a:r>
            <a:r>
              <a:rPr dirty="0" sz="1350" spc="-100" b="1">
                <a:latin typeface="Comic Sans MS"/>
                <a:cs typeface="Comic Sans MS"/>
              </a:rPr>
              <a:t>e</a:t>
            </a:r>
            <a:r>
              <a:rPr dirty="0" sz="1350" spc="-305" b="1">
                <a:latin typeface="Comic Sans MS"/>
                <a:cs typeface="Comic Sans MS"/>
              </a:rPr>
              <a:t> </a:t>
            </a:r>
            <a:r>
              <a:rPr dirty="0" sz="1300" b="1">
                <a:latin typeface="Comic Sans MS"/>
                <a:cs typeface="Comic Sans MS"/>
              </a:rPr>
              <a:t>on</a:t>
            </a:r>
            <a:r>
              <a:rPr dirty="0" sz="1300" spc="-280" b="1">
                <a:latin typeface="Comic Sans MS"/>
                <a:cs typeface="Comic Sans MS"/>
              </a:rPr>
              <a:t> </a:t>
            </a:r>
            <a:r>
              <a:rPr dirty="0" sz="1250" spc="-60" b="1">
                <a:latin typeface="Comic Sans MS"/>
                <a:cs typeface="Comic Sans MS"/>
              </a:rPr>
              <a:t>V</a:t>
            </a:r>
            <a:r>
              <a:rPr dirty="0" sz="1350" spc="-60" b="1">
                <a:latin typeface="Comic Sans MS"/>
                <a:cs typeface="Comic Sans MS"/>
              </a:rPr>
              <a:t>e</a:t>
            </a:r>
            <a:r>
              <a:rPr dirty="0" sz="1300" spc="-60" b="1">
                <a:latin typeface="Comic Sans MS"/>
                <a:cs typeface="Comic Sans MS"/>
              </a:rPr>
              <a:t>n</a:t>
            </a:r>
            <a:r>
              <a:rPr dirty="0" sz="1350" spc="-60" b="1">
                <a:latin typeface="Comic Sans MS"/>
                <a:cs typeface="Comic Sans MS"/>
              </a:rPr>
              <a:t>d</a:t>
            </a:r>
            <a:r>
              <a:rPr dirty="0" sz="1300" spc="-60" b="1">
                <a:latin typeface="Comic Sans MS"/>
                <a:cs typeface="Comic Sans MS"/>
              </a:rPr>
              <a:t>or</a:t>
            </a:r>
            <a:r>
              <a:rPr dirty="0" sz="1300" spc="-285" b="1">
                <a:latin typeface="Comic Sans MS"/>
                <a:cs typeface="Comic Sans MS"/>
              </a:rPr>
              <a:t> </a:t>
            </a:r>
            <a:r>
              <a:rPr dirty="0" sz="1300" spc="-10" b="1">
                <a:latin typeface="Comic Sans MS"/>
                <a:cs typeface="Comic Sans MS"/>
              </a:rPr>
              <a:t>Costs</a:t>
            </a:r>
            <a:r>
              <a:rPr dirty="0" sz="1300" spc="-10">
                <a:latin typeface="Comic Sans MS"/>
                <a:cs typeface="Comic Sans MS"/>
              </a:rPr>
              <a:t>:</a:t>
            </a:r>
            <a:endParaRPr sz="1300">
              <a:latin typeface="Comic Sans MS"/>
              <a:cs typeface="Comic Sans MS"/>
            </a:endParaRPr>
          </a:p>
          <a:p>
            <a:pPr marL="279400" marR="5080">
              <a:lnSpc>
                <a:spcPct val="129800"/>
              </a:lnSpc>
              <a:spcBef>
                <a:spcPts val="965"/>
              </a:spcBef>
            </a:pPr>
            <a:r>
              <a:rPr dirty="0" sz="1300" spc="-110">
                <a:latin typeface="Comic Sans MS"/>
                <a:cs typeface="Comic Sans MS"/>
              </a:rPr>
              <a:t>Most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35">
                <a:latin typeface="Comic Sans MS"/>
                <a:cs typeface="Comic Sans MS"/>
              </a:rPr>
              <a:t>features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85">
                <a:latin typeface="Comic Sans MS"/>
                <a:cs typeface="Comic Sans MS"/>
              </a:rPr>
              <a:t>(New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80">
                <a:latin typeface="Comic Sans MS"/>
                <a:cs typeface="Comic Sans MS"/>
              </a:rPr>
              <a:t>Relic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204">
                <a:latin typeface="Comic Sans MS"/>
                <a:cs typeface="Comic Sans MS"/>
              </a:rPr>
              <a:t>AIM,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75">
                <a:latin typeface="Comic Sans MS"/>
                <a:cs typeface="Comic Sans MS"/>
              </a:rPr>
              <a:t>Datadog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Synthetics,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60">
                <a:latin typeface="Comic Sans MS"/>
                <a:cs typeface="Comic Sans MS"/>
              </a:rPr>
              <a:t>NPA</a:t>
            </a:r>
            <a:r>
              <a:rPr dirty="0" sz="1250" spc="-160">
                <a:latin typeface="Comic Sans MS"/>
                <a:cs typeface="Comic Sans MS"/>
              </a:rPr>
              <a:t>W</a:t>
            </a:r>
            <a:r>
              <a:rPr dirty="0" sz="1250" spc="-75">
                <a:latin typeface="Comic Sans MS"/>
                <a:cs typeface="Comic Sans MS"/>
              </a:rPr>
              <a:t> </a:t>
            </a:r>
            <a:r>
              <a:rPr dirty="0" sz="1300" spc="-95">
                <a:latin typeface="Comic Sans MS"/>
                <a:cs typeface="Comic Sans MS"/>
              </a:rPr>
              <a:t>ML)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14">
                <a:latin typeface="Comic Sans MS"/>
                <a:cs typeface="Comic Sans MS"/>
              </a:rPr>
              <a:t>are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00">
                <a:latin typeface="Comic Sans MS"/>
                <a:cs typeface="Comic Sans MS"/>
              </a:rPr>
              <a:t>likely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95">
                <a:latin typeface="Comic Sans MS"/>
                <a:cs typeface="Comic Sans MS"/>
              </a:rPr>
              <a:t>already </a:t>
            </a:r>
            <a:r>
              <a:rPr dirty="0" sz="1300" spc="-65">
                <a:latin typeface="Comic Sans MS"/>
                <a:cs typeface="Comic Sans MS"/>
              </a:rPr>
              <a:t>included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55">
                <a:latin typeface="Comic Sans MS"/>
                <a:cs typeface="Comic Sans MS"/>
              </a:rPr>
              <a:t>in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20">
                <a:latin typeface="Comic Sans MS"/>
                <a:cs typeface="Comic Sans MS"/>
              </a:rPr>
              <a:t>your </a:t>
            </a:r>
            <a:r>
              <a:rPr dirty="0" sz="1300" spc="-110">
                <a:latin typeface="Comic Sans MS"/>
                <a:cs typeface="Comic Sans MS"/>
              </a:rPr>
              <a:t>enterprise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contracts</a:t>
            </a:r>
            <a:endParaRPr sz="1300">
              <a:latin typeface="Comic Sans MS"/>
              <a:cs typeface="Comic Sans MS"/>
            </a:endParaRPr>
          </a:p>
          <a:p>
            <a:pPr marL="279400">
              <a:lnSpc>
                <a:spcPct val="100000"/>
              </a:lnSpc>
              <a:spcBef>
                <a:spcPts val="840"/>
              </a:spcBef>
            </a:pPr>
            <a:r>
              <a:rPr dirty="0" sz="1300" spc="-95">
                <a:latin typeface="Comic Sans MS"/>
                <a:cs typeface="Comic Sans MS"/>
              </a:rPr>
              <a:t>Primary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80">
                <a:latin typeface="Comic Sans MS"/>
                <a:cs typeface="Comic Sans MS"/>
              </a:rPr>
              <a:t>cost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75">
                <a:latin typeface="Comic Sans MS"/>
                <a:cs typeface="Comic Sans MS"/>
              </a:rPr>
              <a:t>will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65">
                <a:latin typeface="Comic Sans MS"/>
                <a:cs typeface="Comic Sans MS"/>
              </a:rPr>
              <a:t>be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85">
                <a:latin typeface="Comic Sans MS"/>
                <a:cs typeface="Comic Sans MS"/>
              </a:rPr>
              <a:t>increased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95">
                <a:latin typeface="Comic Sans MS"/>
                <a:cs typeface="Comic Sans MS"/>
              </a:rPr>
              <a:t>data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50">
                <a:latin typeface="Comic Sans MS"/>
                <a:cs typeface="Comic Sans MS"/>
              </a:rPr>
              <a:t>volume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40">
                <a:latin typeface="Comic Sans MS"/>
                <a:cs typeface="Comic Sans MS"/>
              </a:rPr>
              <a:t>and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90">
                <a:latin typeface="Comic Sans MS"/>
                <a:cs typeface="Comic Sans MS"/>
              </a:rPr>
              <a:t>API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usage</a:t>
            </a:r>
            <a:endParaRPr sz="1300">
              <a:latin typeface="Comic Sans MS"/>
              <a:cs typeface="Comic Sans MS"/>
            </a:endParaRPr>
          </a:p>
          <a:p>
            <a:pPr marL="279400" marR="1571625">
              <a:lnSpc>
                <a:spcPts val="2480"/>
              </a:lnSpc>
              <a:spcBef>
                <a:spcPts val="155"/>
              </a:spcBef>
            </a:pPr>
            <a:r>
              <a:rPr dirty="0" sz="1300" spc="-90">
                <a:latin typeface="Comic Sans MS"/>
                <a:cs typeface="Comic Sans MS"/>
              </a:rPr>
              <a:t>Professional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85">
                <a:latin typeface="Comic Sans MS"/>
                <a:cs typeface="Comic Sans MS"/>
              </a:rPr>
              <a:t>services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80">
                <a:latin typeface="Comic Sans MS"/>
                <a:cs typeface="Comic Sans MS"/>
              </a:rPr>
              <a:t>hours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50">
                <a:latin typeface="Comic Sans MS"/>
                <a:cs typeface="Comic Sans MS"/>
              </a:rPr>
              <a:t>may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65">
                <a:latin typeface="Comic Sans MS"/>
                <a:cs typeface="Comic Sans MS"/>
              </a:rPr>
              <a:t>be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65">
                <a:latin typeface="Comic Sans MS"/>
                <a:cs typeface="Comic Sans MS"/>
              </a:rPr>
              <a:t>included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55">
                <a:latin typeface="Comic Sans MS"/>
                <a:cs typeface="Comic Sans MS"/>
              </a:rPr>
              <a:t>in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85">
                <a:latin typeface="Comic Sans MS"/>
                <a:cs typeface="Comic Sans MS"/>
              </a:rPr>
              <a:t>your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75">
                <a:latin typeface="Comic Sans MS"/>
                <a:cs typeface="Comic Sans MS"/>
              </a:rPr>
              <a:t>support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60">
                <a:latin typeface="Comic Sans MS"/>
                <a:cs typeface="Comic Sans MS"/>
              </a:rPr>
              <a:t>agreements </a:t>
            </a:r>
            <a:r>
              <a:rPr dirty="0" sz="1300" spc="-105">
                <a:latin typeface="Comic Sans MS"/>
                <a:cs typeface="Comic Sans MS"/>
              </a:rPr>
              <a:t>Actual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75">
                <a:latin typeface="Comic Sans MS"/>
                <a:cs typeface="Comic Sans MS"/>
              </a:rPr>
              <a:t>vendor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80">
                <a:latin typeface="Comic Sans MS"/>
                <a:cs typeface="Comic Sans MS"/>
              </a:rPr>
              <a:t>costs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45">
                <a:latin typeface="Comic Sans MS"/>
                <a:cs typeface="Comic Sans MS"/>
              </a:rPr>
              <a:t>could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65">
                <a:latin typeface="Comic Sans MS"/>
                <a:cs typeface="Comic Sans MS"/>
              </a:rPr>
              <a:t>be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50" spc="-95">
                <a:latin typeface="Lucida Sans"/>
                <a:cs typeface="Lucida Sans"/>
              </a:rPr>
              <a:t>$</a:t>
            </a:r>
            <a:r>
              <a:rPr dirty="0" sz="1300" spc="-95">
                <a:latin typeface="Comic Sans MS"/>
                <a:cs typeface="Comic Sans MS"/>
              </a:rPr>
              <a:t>0-</a:t>
            </a:r>
            <a:r>
              <a:rPr dirty="0" sz="1300" spc="-70">
                <a:latin typeface="Comic Sans MS"/>
                <a:cs typeface="Comic Sans MS"/>
              </a:rPr>
              <a:t>80K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55">
                <a:latin typeface="Comic Sans MS"/>
                <a:cs typeface="Comic Sans MS"/>
              </a:rPr>
              <a:t>depending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>
                <a:latin typeface="Comic Sans MS"/>
                <a:cs typeface="Comic Sans MS"/>
              </a:rPr>
              <a:t>on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85">
                <a:latin typeface="Comic Sans MS"/>
                <a:cs typeface="Comic Sans MS"/>
              </a:rPr>
              <a:t>your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05">
                <a:latin typeface="Comic Sans MS"/>
                <a:cs typeface="Comic Sans MS"/>
              </a:rPr>
              <a:t>contract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terms</a:t>
            </a:r>
            <a:endParaRPr sz="13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dirty="0" sz="1450" spc="-55" b="1">
                <a:latin typeface="Gill Sans MT"/>
                <a:cs typeface="Gill Sans MT"/>
              </a:rPr>
              <a:t>R</a:t>
            </a:r>
            <a:r>
              <a:rPr dirty="0" sz="1550" spc="-55" b="1">
                <a:latin typeface="Gill Sans MT"/>
                <a:cs typeface="Gill Sans MT"/>
              </a:rPr>
              <a:t>i</a:t>
            </a:r>
            <a:r>
              <a:rPr dirty="0" sz="1450" spc="-55" b="1">
                <a:latin typeface="Trebuchet MS"/>
                <a:cs typeface="Trebuchet MS"/>
              </a:rPr>
              <a:t>s</a:t>
            </a:r>
            <a:r>
              <a:rPr dirty="0" sz="1550" spc="-55" b="1">
                <a:latin typeface="Gill Sans MT"/>
                <a:cs typeface="Gill Sans MT"/>
              </a:rPr>
              <a:t>k</a:t>
            </a:r>
            <a:r>
              <a:rPr dirty="0" sz="1550" spc="-155" b="1">
                <a:latin typeface="Gill Sans MT"/>
                <a:cs typeface="Gill Sans MT"/>
              </a:rPr>
              <a:t> </a:t>
            </a:r>
            <a:r>
              <a:rPr dirty="0" sz="1450" spc="-10" b="1">
                <a:latin typeface="Gill Sans MT"/>
                <a:cs typeface="Gill Sans MT"/>
              </a:rPr>
              <a:t>M</a:t>
            </a:r>
            <a:r>
              <a:rPr dirty="0" sz="1550" spc="-10" b="1">
                <a:latin typeface="Gill Sans MT"/>
                <a:cs typeface="Gill Sans MT"/>
              </a:rPr>
              <a:t>a</a:t>
            </a:r>
            <a:r>
              <a:rPr dirty="0" sz="1450" spc="-10" b="1">
                <a:latin typeface="Trebuchet MS"/>
                <a:cs typeface="Trebuchet MS"/>
              </a:rPr>
              <a:t>n</a:t>
            </a:r>
            <a:r>
              <a:rPr dirty="0" sz="1550" spc="-10" b="1">
                <a:latin typeface="Gill Sans MT"/>
                <a:cs typeface="Gill Sans MT"/>
              </a:rPr>
              <a:t>age</a:t>
            </a:r>
            <a:r>
              <a:rPr dirty="0" sz="1450" spc="-10" b="1">
                <a:latin typeface="Trebuchet MS"/>
                <a:cs typeface="Trebuchet MS"/>
              </a:rPr>
              <a:t>m</a:t>
            </a:r>
            <a:r>
              <a:rPr dirty="0" sz="1550" spc="-10" b="1">
                <a:latin typeface="Gill Sans MT"/>
                <a:cs typeface="Gill Sans MT"/>
              </a:rPr>
              <a:t>e</a:t>
            </a:r>
            <a:r>
              <a:rPr dirty="0" sz="1450" spc="-10" b="1">
                <a:latin typeface="Trebuchet MS"/>
                <a:cs typeface="Trebuchet MS"/>
              </a:rPr>
              <a:t>nt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dirty="0" sz="1250" spc="-75" b="1">
                <a:latin typeface="Comic Sans MS"/>
                <a:cs typeface="Comic Sans MS"/>
              </a:rPr>
              <a:t>T</a:t>
            </a:r>
            <a:r>
              <a:rPr dirty="0" sz="1350" spc="-75" b="1">
                <a:latin typeface="Comic Sans MS"/>
                <a:cs typeface="Comic Sans MS"/>
              </a:rPr>
              <a:t>ech</a:t>
            </a:r>
            <a:r>
              <a:rPr dirty="0" sz="1300" spc="-75" b="1">
                <a:latin typeface="Comic Sans MS"/>
                <a:cs typeface="Comic Sans MS"/>
              </a:rPr>
              <a:t>n</a:t>
            </a:r>
            <a:r>
              <a:rPr dirty="0" sz="1350" spc="-75" b="1">
                <a:latin typeface="Comic Sans MS"/>
                <a:cs typeface="Comic Sans MS"/>
              </a:rPr>
              <a:t>ica</a:t>
            </a:r>
            <a:r>
              <a:rPr dirty="0" sz="1300" spc="-75" b="1">
                <a:latin typeface="Comic Sans MS"/>
                <a:cs typeface="Comic Sans MS"/>
              </a:rPr>
              <a:t>l</a:t>
            </a:r>
            <a:r>
              <a:rPr dirty="0" sz="1300" spc="-265" b="1">
                <a:latin typeface="Comic Sans MS"/>
                <a:cs typeface="Comic Sans MS"/>
              </a:rPr>
              <a:t> </a:t>
            </a:r>
            <a:r>
              <a:rPr dirty="0" sz="1300" spc="-20" b="1">
                <a:latin typeface="Comic Sans MS"/>
                <a:cs typeface="Comic Sans MS"/>
              </a:rPr>
              <a:t>R</a:t>
            </a:r>
            <a:r>
              <a:rPr dirty="0" sz="1350" spc="-20" b="1">
                <a:latin typeface="Comic Sans MS"/>
                <a:cs typeface="Comic Sans MS"/>
              </a:rPr>
              <a:t>i</a:t>
            </a:r>
            <a:r>
              <a:rPr dirty="0" sz="1300" spc="-20" b="1">
                <a:latin typeface="Comic Sans MS"/>
                <a:cs typeface="Comic Sans MS"/>
              </a:rPr>
              <a:t>s</a:t>
            </a:r>
            <a:r>
              <a:rPr dirty="0" sz="1350" spc="-20" b="1">
                <a:latin typeface="Comic Sans MS"/>
                <a:cs typeface="Comic Sans MS"/>
              </a:rPr>
              <a:t>k</a:t>
            </a:r>
            <a:r>
              <a:rPr dirty="0" sz="1300" spc="-20" b="1">
                <a:latin typeface="Comic Sans MS"/>
                <a:cs typeface="Comic Sans MS"/>
              </a:rPr>
              <a:t>s</a:t>
            </a:r>
            <a:endParaRPr sz="1300">
              <a:latin typeface="Comic Sans MS"/>
              <a:cs typeface="Comic Sans MS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195071" y="5995415"/>
            <a:ext cx="7175500" cy="1725295"/>
          </a:xfrm>
          <a:custGeom>
            <a:avLst/>
            <a:gdLst/>
            <a:ahLst/>
            <a:cxnLst/>
            <a:rect l="l" t="t" r="r" b="b"/>
            <a:pathLst>
              <a:path w="7175500" h="1725295">
                <a:moveTo>
                  <a:pt x="7174991" y="1725167"/>
                </a:moveTo>
                <a:lnTo>
                  <a:pt x="0" y="1725167"/>
                </a:lnTo>
                <a:lnTo>
                  <a:pt x="0" y="0"/>
                </a:lnTo>
                <a:lnTo>
                  <a:pt x="7174991" y="0"/>
                </a:lnTo>
                <a:lnTo>
                  <a:pt x="7174991" y="138683"/>
                </a:lnTo>
                <a:lnTo>
                  <a:pt x="195452" y="138683"/>
                </a:lnTo>
                <a:lnTo>
                  <a:pt x="187850" y="139381"/>
                </a:lnTo>
                <a:lnTo>
                  <a:pt x="158050" y="169183"/>
                </a:lnTo>
                <a:lnTo>
                  <a:pt x="157352" y="176783"/>
                </a:lnTo>
                <a:lnTo>
                  <a:pt x="157352" y="1510283"/>
                </a:lnTo>
                <a:lnTo>
                  <a:pt x="180826" y="1545595"/>
                </a:lnTo>
                <a:lnTo>
                  <a:pt x="195452" y="1548383"/>
                </a:lnTo>
                <a:lnTo>
                  <a:pt x="7174991" y="1548383"/>
                </a:lnTo>
                <a:lnTo>
                  <a:pt x="7174991" y="1725167"/>
                </a:lnTo>
                <a:close/>
              </a:path>
              <a:path w="7175500" h="1725295">
                <a:moveTo>
                  <a:pt x="7174991" y="1548383"/>
                </a:moveTo>
                <a:lnTo>
                  <a:pt x="6977237" y="1548383"/>
                </a:lnTo>
                <a:lnTo>
                  <a:pt x="6984850" y="1547686"/>
                </a:lnTo>
                <a:lnTo>
                  <a:pt x="6991875" y="1545595"/>
                </a:lnTo>
                <a:lnTo>
                  <a:pt x="7015337" y="1510283"/>
                </a:lnTo>
                <a:lnTo>
                  <a:pt x="7015337" y="176783"/>
                </a:lnTo>
                <a:lnTo>
                  <a:pt x="6991875" y="141472"/>
                </a:lnTo>
                <a:lnTo>
                  <a:pt x="6977237" y="138683"/>
                </a:lnTo>
                <a:lnTo>
                  <a:pt x="7174991" y="138683"/>
                </a:lnTo>
                <a:lnTo>
                  <a:pt x="7174991" y="1548383"/>
                </a:lnTo>
                <a:close/>
              </a:path>
            </a:pathLst>
          </a:custGeom>
          <a:solidFill>
            <a:srgbClr val="000000">
              <a:alpha val="4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357187" y="6138862"/>
            <a:ext cx="6848475" cy="1400175"/>
          </a:xfrm>
          <a:custGeom>
            <a:avLst/>
            <a:gdLst/>
            <a:ahLst/>
            <a:cxnLst/>
            <a:rect l="l" t="t" r="r" b="b"/>
            <a:pathLst>
              <a:path w="6848475" h="1400175">
                <a:moveTo>
                  <a:pt x="0" y="1366837"/>
                </a:moveTo>
                <a:lnTo>
                  <a:pt x="0" y="33337"/>
                </a:lnTo>
                <a:lnTo>
                  <a:pt x="0" y="28955"/>
                </a:lnTo>
                <a:lnTo>
                  <a:pt x="845" y="24669"/>
                </a:lnTo>
                <a:lnTo>
                  <a:pt x="20579" y="2571"/>
                </a:lnTo>
                <a:lnTo>
                  <a:pt x="24664" y="857"/>
                </a:lnTo>
                <a:lnTo>
                  <a:pt x="28916" y="0"/>
                </a:lnTo>
                <a:lnTo>
                  <a:pt x="33337" y="0"/>
                </a:lnTo>
                <a:lnTo>
                  <a:pt x="6815137" y="0"/>
                </a:lnTo>
                <a:lnTo>
                  <a:pt x="6819557" y="0"/>
                </a:lnTo>
                <a:lnTo>
                  <a:pt x="6823814" y="857"/>
                </a:lnTo>
                <a:lnTo>
                  <a:pt x="6827891" y="2571"/>
                </a:lnTo>
                <a:lnTo>
                  <a:pt x="6831977" y="4190"/>
                </a:lnTo>
                <a:lnTo>
                  <a:pt x="6845931" y="20573"/>
                </a:lnTo>
                <a:lnTo>
                  <a:pt x="6847627" y="24669"/>
                </a:lnTo>
                <a:lnTo>
                  <a:pt x="6848475" y="28955"/>
                </a:lnTo>
                <a:lnTo>
                  <a:pt x="6848475" y="33337"/>
                </a:lnTo>
                <a:lnTo>
                  <a:pt x="6848475" y="1366837"/>
                </a:lnTo>
                <a:lnTo>
                  <a:pt x="6848475" y="1371219"/>
                </a:lnTo>
                <a:lnTo>
                  <a:pt x="6847627" y="1375505"/>
                </a:lnTo>
                <a:lnTo>
                  <a:pt x="6845931" y="1379601"/>
                </a:lnTo>
                <a:lnTo>
                  <a:pt x="6844245" y="1383696"/>
                </a:lnTo>
                <a:lnTo>
                  <a:pt x="6841836" y="1387316"/>
                </a:lnTo>
                <a:lnTo>
                  <a:pt x="6838711" y="1390364"/>
                </a:lnTo>
                <a:lnTo>
                  <a:pt x="6835587" y="1393507"/>
                </a:lnTo>
                <a:lnTo>
                  <a:pt x="6831977" y="1395984"/>
                </a:lnTo>
                <a:lnTo>
                  <a:pt x="6827891" y="1397603"/>
                </a:lnTo>
                <a:lnTo>
                  <a:pt x="6823814" y="1399317"/>
                </a:lnTo>
                <a:lnTo>
                  <a:pt x="6819557" y="1400175"/>
                </a:lnTo>
                <a:lnTo>
                  <a:pt x="6815137" y="1400175"/>
                </a:lnTo>
                <a:lnTo>
                  <a:pt x="33337" y="1400175"/>
                </a:lnTo>
                <a:lnTo>
                  <a:pt x="28916" y="1400175"/>
                </a:lnTo>
                <a:lnTo>
                  <a:pt x="24664" y="1399317"/>
                </a:lnTo>
                <a:lnTo>
                  <a:pt x="20579" y="1397603"/>
                </a:lnTo>
                <a:lnTo>
                  <a:pt x="16495" y="1395984"/>
                </a:lnTo>
                <a:lnTo>
                  <a:pt x="12890" y="1393507"/>
                </a:lnTo>
                <a:lnTo>
                  <a:pt x="9764" y="1390364"/>
                </a:lnTo>
                <a:lnTo>
                  <a:pt x="6637" y="1387316"/>
                </a:lnTo>
                <a:lnTo>
                  <a:pt x="4229" y="1383696"/>
                </a:lnTo>
                <a:lnTo>
                  <a:pt x="2537" y="1379601"/>
                </a:lnTo>
                <a:lnTo>
                  <a:pt x="845" y="1375505"/>
                </a:lnTo>
                <a:lnTo>
                  <a:pt x="0" y="1371219"/>
                </a:lnTo>
                <a:lnTo>
                  <a:pt x="0" y="136683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2" name="object 12" descr=""/>
          <p:cNvGraphicFramePr>
            <a:graphicFrameLocks noGrp="1"/>
          </p:cNvGraphicFramePr>
          <p:nvPr/>
        </p:nvGraphicFramePr>
        <p:xfrm>
          <a:off x="361950" y="6143608"/>
          <a:ext cx="6915150" cy="13900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8605"/>
                <a:gridCol w="885825"/>
                <a:gridCol w="666750"/>
                <a:gridCol w="3747770"/>
              </a:tblGrid>
              <a:tr h="280670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100" spc="-20" b="1">
                          <a:latin typeface="Comic Sans MS"/>
                          <a:cs typeface="Comic Sans MS"/>
                        </a:rPr>
                        <a:t>R</a:t>
                      </a:r>
                      <a:r>
                        <a:rPr dirty="0" sz="1200" spc="-20" b="1">
                          <a:latin typeface="Comic Sans MS"/>
                          <a:cs typeface="Comic Sans MS"/>
                        </a:rPr>
                        <a:t>i</a:t>
                      </a:r>
                      <a:r>
                        <a:rPr dirty="0" sz="1150" spc="-20" b="1">
                          <a:latin typeface="Comic Sans MS"/>
                          <a:cs typeface="Comic Sans MS"/>
                        </a:rPr>
                        <a:t>s</a:t>
                      </a:r>
                      <a:r>
                        <a:rPr dirty="0" sz="1200" spc="-20" b="1">
                          <a:latin typeface="Comic Sans MS"/>
                          <a:cs typeface="Comic Sans MS"/>
                        </a:rPr>
                        <a:t>k</a:t>
                      </a:r>
                      <a:endParaRPr sz="1200">
                        <a:latin typeface="Comic Sans MS"/>
                        <a:cs typeface="Comic Sans MS"/>
                      </a:endParaRPr>
                    </a:p>
                  </a:txBody>
                  <a:tcPr marL="0" marR="0" marB="0" marT="28575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100" spc="-10" b="1">
                          <a:latin typeface="Comic Sans MS"/>
                          <a:cs typeface="Comic Sans MS"/>
                        </a:rPr>
                        <a:t>P</a:t>
                      </a:r>
                      <a:r>
                        <a:rPr dirty="0" sz="1150" spc="-10" b="1">
                          <a:latin typeface="Comic Sans MS"/>
                          <a:cs typeface="Comic Sans MS"/>
                        </a:rPr>
                        <a:t>ro</a:t>
                      </a:r>
                      <a:r>
                        <a:rPr dirty="0" sz="1200" spc="-10" b="1">
                          <a:latin typeface="Comic Sans MS"/>
                          <a:cs typeface="Comic Sans MS"/>
                        </a:rPr>
                        <a:t>babi</a:t>
                      </a:r>
                      <a:r>
                        <a:rPr dirty="0" sz="1150" spc="-10" b="1">
                          <a:latin typeface="Comic Sans MS"/>
                          <a:cs typeface="Comic Sans MS"/>
                        </a:rPr>
                        <a:t>l</a:t>
                      </a:r>
                      <a:r>
                        <a:rPr dirty="0" sz="1200" spc="-10" b="1">
                          <a:latin typeface="Comic Sans MS"/>
                          <a:cs typeface="Comic Sans MS"/>
                        </a:rPr>
                        <a:t>i</a:t>
                      </a:r>
                      <a:r>
                        <a:rPr dirty="0" sz="1150" spc="-10" b="1">
                          <a:latin typeface="Comic Sans MS"/>
                          <a:cs typeface="Comic Sans MS"/>
                        </a:rPr>
                        <a:t>ty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2857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100" spc="-10" b="1">
                          <a:latin typeface="Comic Sans MS"/>
                          <a:cs typeface="Comic Sans MS"/>
                        </a:rPr>
                        <a:t>I</a:t>
                      </a:r>
                      <a:r>
                        <a:rPr dirty="0" sz="1150" spc="-10" b="1">
                          <a:latin typeface="Comic Sans MS"/>
                          <a:cs typeface="Comic Sans MS"/>
                        </a:rPr>
                        <a:t>mp</a:t>
                      </a:r>
                      <a:r>
                        <a:rPr dirty="0" sz="1200" spc="-10" b="1">
                          <a:latin typeface="Comic Sans MS"/>
                          <a:cs typeface="Comic Sans MS"/>
                        </a:rPr>
                        <a:t>ac</a:t>
                      </a:r>
                      <a:r>
                        <a:rPr dirty="0" sz="1150" spc="-10" b="1">
                          <a:latin typeface="Comic Sans MS"/>
                          <a:cs typeface="Comic Sans MS"/>
                        </a:rPr>
                        <a:t>t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2857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100" spc="-10" b="1">
                          <a:latin typeface="Comic Sans MS"/>
                          <a:cs typeface="Comic Sans MS"/>
                        </a:rPr>
                        <a:t>M</a:t>
                      </a:r>
                      <a:r>
                        <a:rPr dirty="0" sz="1200" spc="-10" b="1">
                          <a:latin typeface="Comic Sans MS"/>
                          <a:cs typeface="Comic Sans MS"/>
                        </a:rPr>
                        <a:t>i</a:t>
                      </a:r>
                      <a:r>
                        <a:rPr dirty="0" sz="1150" spc="-10" b="1">
                          <a:latin typeface="Comic Sans MS"/>
                          <a:cs typeface="Comic Sans MS"/>
                        </a:rPr>
                        <a:t>t</a:t>
                      </a:r>
                      <a:r>
                        <a:rPr dirty="0" sz="1200" spc="-10" b="1">
                          <a:latin typeface="Comic Sans MS"/>
                          <a:cs typeface="Comic Sans MS"/>
                        </a:rPr>
                        <a:t>iga</a:t>
                      </a:r>
                      <a:r>
                        <a:rPr dirty="0" sz="1150" spc="-10" b="1">
                          <a:latin typeface="Comic Sans MS"/>
                          <a:cs typeface="Comic Sans MS"/>
                        </a:rPr>
                        <a:t>t</a:t>
                      </a:r>
                      <a:r>
                        <a:rPr dirty="0" sz="1200" spc="-10" b="1">
                          <a:latin typeface="Comic Sans MS"/>
                          <a:cs typeface="Comic Sans MS"/>
                        </a:rPr>
                        <a:t>i</a:t>
                      </a:r>
                      <a:r>
                        <a:rPr dirty="0" sz="1150" spc="-10" b="1">
                          <a:latin typeface="Comic Sans MS"/>
                          <a:cs typeface="Comic Sans MS"/>
                        </a:rPr>
                        <a:t>on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28575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00" spc="-114">
                          <a:latin typeface="Comic Sans MS"/>
                          <a:cs typeface="Comic Sans MS"/>
                        </a:rPr>
                        <a:t>I</a:t>
                      </a:r>
                      <a:r>
                        <a:rPr dirty="0" sz="1150" spc="-114">
                          <a:latin typeface="Comic Sans MS"/>
                          <a:cs typeface="Comic Sans MS"/>
                        </a:rPr>
                        <a:t>ntegration</a:t>
                      </a:r>
                      <a:r>
                        <a:rPr dirty="0" sz="1150" spc="-4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10">
                          <a:latin typeface="Comic Sans MS"/>
                          <a:cs typeface="Comic Sans MS"/>
                        </a:rPr>
                        <a:t>complexity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937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00" spc="-10">
                          <a:latin typeface="Comic Sans MS"/>
                          <a:cs typeface="Comic Sans MS"/>
                        </a:rPr>
                        <a:t>M</a:t>
                      </a:r>
                      <a:r>
                        <a:rPr dirty="0" sz="1150" spc="-10">
                          <a:latin typeface="Comic Sans MS"/>
                          <a:cs typeface="Comic Sans MS"/>
                        </a:rPr>
                        <a:t>edium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00" spc="-20">
                          <a:latin typeface="Comic Sans MS"/>
                          <a:cs typeface="Comic Sans MS"/>
                        </a:rPr>
                        <a:t>H</a:t>
                      </a:r>
                      <a:r>
                        <a:rPr dirty="0" sz="1150" spc="-20">
                          <a:latin typeface="Comic Sans MS"/>
                          <a:cs typeface="Comic Sans MS"/>
                        </a:rPr>
                        <a:t>igh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00" spc="-150">
                          <a:latin typeface="Comic Sans MS"/>
                          <a:cs typeface="Comic Sans MS"/>
                        </a:rPr>
                        <a:t>S</a:t>
                      </a:r>
                      <a:r>
                        <a:rPr dirty="0" sz="1150" spc="-150">
                          <a:latin typeface="Comic Sans MS"/>
                          <a:cs typeface="Comic Sans MS"/>
                        </a:rPr>
                        <a:t>tart</a:t>
                      </a:r>
                      <a:r>
                        <a:rPr dirty="0" sz="1150" spc="-55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95">
                          <a:latin typeface="Comic Sans MS"/>
                          <a:cs typeface="Comic Sans MS"/>
                        </a:rPr>
                        <a:t>with</a:t>
                      </a:r>
                      <a:r>
                        <a:rPr dirty="0" sz="1150" spc="-5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55">
                          <a:latin typeface="Comic Sans MS"/>
                          <a:cs typeface="Comic Sans MS"/>
                        </a:rPr>
                        <a:t>well</a:t>
                      </a:r>
                      <a:r>
                        <a:rPr dirty="0" sz="1100" spc="-55">
                          <a:latin typeface="Comic Sans MS"/>
                          <a:cs typeface="Comic Sans MS"/>
                        </a:rPr>
                        <a:t>-</a:t>
                      </a:r>
                      <a:r>
                        <a:rPr dirty="0" sz="1150" spc="-90">
                          <a:latin typeface="Comic Sans MS"/>
                          <a:cs typeface="Comic Sans MS"/>
                        </a:rPr>
                        <a:t>instrumented</a:t>
                      </a:r>
                      <a:r>
                        <a:rPr dirty="0" sz="1150" spc="-5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70">
                          <a:latin typeface="Comic Sans MS"/>
                          <a:cs typeface="Comic Sans MS"/>
                        </a:rPr>
                        <a:t>services</a:t>
                      </a:r>
                      <a:r>
                        <a:rPr dirty="0" sz="1100" spc="-70">
                          <a:latin typeface="Comic Sans MS"/>
                          <a:cs typeface="Comic Sans MS"/>
                        </a:rPr>
                        <a:t>,</a:t>
                      </a:r>
                      <a:r>
                        <a:rPr dirty="0" sz="1100" spc="-35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40">
                          <a:latin typeface="Comic Sans MS"/>
                          <a:cs typeface="Comic Sans MS"/>
                        </a:rPr>
                        <a:t>use</a:t>
                      </a:r>
                      <a:r>
                        <a:rPr dirty="0" sz="1150" spc="-5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65">
                          <a:latin typeface="Comic Sans MS"/>
                          <a:cs typeface="Comic Sans MS"/>
                        </a:rPr>
                        <a:t>vendor</a:t>
                      </a:r>
                      <a:r>
                        <a:rPr dirty="0" sz="1150" spc="-5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10">
                          <a:latin typeface="Comic Sans MS"/>
                          <a:cs typeface="Comic Sans MS"/>
                        </a:rPr>
                        <a:t>support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00" spc="-90">
                          <a:latin typeface="Comic Sans MS"/>
                          <a:cs typeface="Comic Sans MS"/>
                        </a:rPr>
                        <a:t>D</a:t>
                      </a:r>
                      <a:r>
                        <a:rPr dirty="0" sz="1150" spc="-90">
                          <a:latin typeface="Comic Sans MS"/>
                          <a:cs typeface="Comic Sans MS"/>
                        </a:rPr>
                        <a:t>ata</a:t>
                      </a:r>
                      <a:r>
                        <a:rPr dirty="0" sz="1150" spc="-65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75">
                          <a:latin typeface="Comic Sans MS"/>
                          <a:cs typeface="Comic Sans MS"/>
                        </a:rPr>
                        <a:t>quality</a:t>
                      </a:r>
                      <a:r>
                        <a:rPr dirty="0" sz="1150" spc="-65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10">
                          <a:latin typeface="Comic Sans MS"/>
                          <a:cs typeface="Comic Sans MS"/>
                        </a:rPr>
                        <a:t>issues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937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00" spc="-25">
                          <a:latin typeface="Comic Sans MS"/>
                          <a:cs typeface="Comic Sans MS"/>
                        </a:rPr>
                        <a:t>L</a:t>
                      </a:r>
                      <a:r>
                        <a:rPr dirty="0" sz="1150" spc="-25">
                          <a:latin typeface="Comic Sans MS"/>
                          <a:cs typeface="Comic Sans MS"/>
                        </a:rPr>
                        <a:t>ow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00" spc="-10">
                          <a:latin typeface="Comic Sans MS"/>
                          <a:cs typeface="Comic Sans MS"/>
                        </a:rPr>
                        <a:t>M</a:t>
                      </a:r>
                      <a:r>
                        <a:rPr dirty="0" sz="1150" spc="-10">
                          <a:latin typeface="Comic Sans MS"/>
                          <a:cs typeface="Comic Sans MS"/>
                        </a:rPr>
                        <a:t>edium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00" spc="-95">
                          <a:latin typeface="Comic Sans MS"/>
                          <a:cs typeface="Comic Sans MS"/>
                        </a:rPr>
                        <a:t>I</a:t>
                      </a:r>
                      <a:r>
                        <a:rPr dirty="0" sz="1150" spc="-95">
                          <a:latin typeface="Comic Sans MS"/>
                          <a:cs typeface="Comic Sans MS"/>
                        </a:rPr>
                        <a:t>mplement</a:t>
                      </a:r>
                      <a:r>
                        <a:rPr dirty="0" sz="1150" spc="-5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75">
                          <a:latin typeface="Comic Sans MS"/>
                          <a:cs typeface="Comic Sans MS"/>
                        </a:rPr>
                        <a:t>validation</a:t>
                      </a:r>
                      <a:r>
                        <a:rPr dirty="0" sz="1150" spc="-45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55">
                          <a:latin typeface="Comic Sans MS"/>
                          <a:cs typeface="Comic Sans MS"/>
                        </a:rPr>
                        <a:t>pipeline</a:t>
                      </a:r>
                      <a:r>
                        <a:rPr dirty="0" sz="1100" spc="-55">
                          <a:latin typeface="Comic Sans MS"/>
                          <a:cs typeface="Comic Sans MS"/>
                        </a:rPr>
                        <a:t>,</a:t>
                      </a:r>
                      <a:r>
                        <a:rPr dirty="0" sz="1100" spc="-3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90">
                          <a:latin typeface="Comic Sans MS"/>
                          <a:cs typeface="Comic Sans MS"/>
                        </a:rPr>
                        <a:t>regular</a:t>
                      </a:r>
                      <a:r>
                        <a:rPr dirty="0" sz="1150" spc="-5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10">
                          <a:latin typeface="Comic Sans MS"/>
                          <a:cs typeface="Comic Sans MS"/>
                        </a:rPr>
                        <a:t>audits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00" spc="-60">
                          <a:latin typeface="Comic Sans MS"/>
                          <a:cs typeface="Comic Sans MS"/>
                        </a:rPr>
                        <a:t>ML</a:t>
                      </a:r>
                      <a:r>
                        <a:rPr dirty="0" sz="1100" spc="-75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45">
                          <a:latin typeface="Comic Sans MS"/>
                          <a:cs typeface="Comic Sans MS"/>
                        </a:rPr>
                        <a:t>model</a:t>
                      </a:r>
                      <a:r>
                        <a:rPr dirty="0" sz="1150" spc="-85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10">
                          <a:latin typeface="Comic Sans MS"/>
                          <a:cs typeface="Comic Sans MS"/>
                        </a:rPr>
                        <a:t>accuracy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937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00" spc="-10">
                          <a:latin typeface="Comic Sans MS"/>
                          <a:cs typeface="Comic Sans MS"/>
                        </a:rPr>
                        <a:t>M</a:t>
                      </a:r>
                      <a:r>
                        <a:rPr dirty="0" sz="1150" spc="-10">
                          <a:latin typeface="Comic Sans MS"/>
                          <a:cs typeface="Comic Sans MS"/>
                        </a:rPr>
                        <a:t>edium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00" spc="-10">
                          <a:latin typeface="Comic Sans MS"/>
                          <a:cs typeface="Comic Sans MS"/>
                        </a:rPr>
                        <a:t>M</a:t>
                      </a:r>
                      <a:r>
                        <a:rPr dirty="0" sz="1150" spc="-10">
                          <a:latin typeface="Comic Sans MS"/>
                          <a:cs typeface="Comic Sans MS"/>
                        </a:rPr>
                        <a:t>edium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00" spc="-150">
                          <a:latin typeface="Comic Sans MS"/>
                          <a:cs typeface="Comic Sans MS"/>
                        </a:rPr>
                        <a:t>S</a:t>
                      </a:r>
                      <a:r>
                        <a:rPr dirty="0" sz="1150" spc="-150">
                          <a:latin typeface="Comic Sans MS"/>
                          <a:cs typeface="Comic Sans MS"/>
                        </a:rPr>
                        <a:t>tart</a:t>
                      </a:r>
                      <a:r>
                        <a:rPr dirty="0" sz="1150" spc="-75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95">
                          <a:latin typeface="Comic Sans MS"/>
                          <a:cs typeface="Comic Sans MS"/>
                        </a:rPr>
                        <a:t>with</a:t>
                      </a:r>
                      <a:r>
                        <a:rPr dirty="0" sz="1150" spc="-7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65">
                          <a:latin typeface="Comic Sans MS"/>
                          <a:cs typeface="Comic Sans MS"/>
                        </a:rPr>
                        <a:t>vendor</a:t>
                      </a:r>
                      <a:r>
                        <a:rPr dirty="0" sz="1150" spc="-75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45">
                          <a:latin typeface="Comic Sans MS"/>
                          <a:cs typeface="Comic Sans MS"/>
                        </a:rPr>
                        <a:t>models</a:t>
                      </a:r>
                      <a:r>
                        <a:rPr dirty="0" sz="1100" spc="-45">
                          <a:latin typeface="Comic Sans MS"/>
                          <a:cs typeface="Comic Sans MS"/>
                        </a:rPr>
                        <a:t>,</a:t>
                      </a:r>
                      <a:r>
                        <a:rPr dirty="0" sz="1100" spc="-55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70">
                          <a:latin typeface="Comic Sans MS"/>
                          <a:cs typeface="Comic Sans MS"/>
                        </a:rPr>
                        <a:t>customize </a:t>
                      </a:r>
                      <a:r>
                        <a:rPr dirty="0" sz="1150" spc="-80">
                          <a:latin typeface="Comic Sans MS"/>
                          <a:cs typeface="Comic Sans MS"/>
                        </a:rPr>
                        <a:t>over</a:t>
                      </a:r>
                      <a:r>
                        <a:rPr dirty="0" sz="1150" spc="-75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20">
                          <a:latin typeface="Comic Sans MS"/>
                          <a:cs typeface="Comic Sans MS"/>
                        </a:rPr>
                        <a:t>time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1145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00" spc="-55">
                          <a:latin typeface="Comic Sans MS"/>
                          <a:cs typeface="Comic Sans MS"/>
                        </a:rPr>
                        <a:t>C</a:t>
                      </a:r>
                      <a:r>
                        <a:rPr dirty="0" sz="1150" spc="-55">
                          <a:latin typeface="Comic Sans MS"/>
                          <a:cs typeface="Comic Sans MS"/>
                        </a:rPr>
                        <a:t>overage</a:t>
                      </a:r>
                      <a:r>
                        <a:rPr dirty="0" sz="1150" spc="-35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20">
                          <a:latin typeface="Comic Sans MS"/>
                          <a:cs typeface="Comic Sans MS"/>
                        </a:rPr>
                        <a:t>gaps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937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00" spc="-25">
                          <a:latin typeface="Comic Sans MS"/>
                          <a:cs typeface="Comic Sans MS"/>
                        </a:rPr>
                        <a:t>L</a:t>
                      </a:r>
                      <a:r>
                        <a:rPr dirty="0" sz="1150" spc="-25">
                          <a:latin typeface="Comic Sans MS"/>
                          <a:cs typeface="Comic Sans MS"/>
                        </a:rPr>
                        <a:t>ow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00" spc="-20">
                          <a:latin typeface="Comic Sans MS"/>
                          <a:cs typeface="Comic Sans MS"/>
                        </a:rPr>
                        <a:t>H</a:t>
                      </a:r>
                      <a:r>
                        <a:rPr dirty="0" sz="1150" spc="-20">
                          <a:latin typeface="Comic Sans MS"/>
                          <a:cs typeface="Comic Sans MS"/>
                        </a:rPr>
                        <a:t>igh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00" spc="-80">
                          <a:latin typeface="Comic Sans MS"/>
                          <a:cs typeface="Comic Sans MS"/>
                        </a:rPr>
                        <a:t>M</a:t>
                      </a:r>
                      <a:r>
                        <a:rPr dirty="0" sz="1150" spc="-80">
                          <a:latin typeface="Comic Sans MS"/>
                          <a:cs typeface="Comic Sans MS"/>
                        </a:rPr>
                        <a:t>aintain</a:t>
                      </a:r>
                      <a:r>
                        <a:rPr dirty="0" sz="1150" spc="-75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100">
                          <a:latin typeface="Comic Sans MS"/>
                          <a:cs typeface="Comic Sans MS"/>
                        </a:rPr>
                        <a:t>critical</a:t>
                      </a:r>
                      <a:r>
                        <a:rPr dirty="0" sz="1150" spc="-7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00" spc="-80">
                          <a:latin typeface="Comic Sans MS"/>
                          <a:cs typeface="Comic Sans MS"/>
                        </a:rPr>
                        <a:t>E2E</a:t>
                      </a:r>
                      <a:r>
                        <a:rPr dirty="0" sz="1100" spc="-55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114">
                          <a:latin typeface="Comic Sans MS"/>
                          <a:cs typeface="Comic Sans MS"/>
                        </a:rPr>
                        <a:t>tests</a:t>
                      </a:r>
                      <a:r>
                        <a:rPr dirty="0" sz="1150" spc="-70">
                          <a:latin typeface="Comic Sans MS"/>
                          <a:cs typeface="Comic Sans MS"/>
                        </a:rPr>
                        <a:t> during </a:t>
                      </a:r>
                      <a:r>
                        <a:rPr dirty="0" sz="1150" spc="-10">
                          <a:latin typeface="Comic Sans MS"/>
                          <a:cs typeface="Comic Sans MS"/>
                        </a:rPr>
                        <a:t>transition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3" name="object 13" descr=""/>
          <p:cNvSpPr txBox="1"/>
          <p:nvPr/>
        </p:nvSpPr>
        <p:spPr>
          <a:xfrm>
            <a:off x="338236" y="7699448"/>
            <a:ext cx="1495425" cy="2349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00" spc="-70" b="1">
                <a:latin typeface="Comic Sans MS"/>
                <a:cs typeface="Comic Sans MS"/>
              </a:rPr>
              <a:t>Or</a:t>
            </a:r>
            <a:r>
              <a:rPr dirty="0" sz="1350" spc="-70" b="1">
                <a:latin typeface="Comic Sans MS"/>
                <a:cs typeface="Comic Sans MS"/>
              </a:rPr>
              <a:t>ga</a:t>
            </a:r>
            <a:r>
              <a:rPr dirty="0" sz="1300" spc="-70" b="1">
                <a:latin typeface="Comic Sans MS"/>
                <a:cs typeface="Comic Sans MS"/>
              </a:rPr>
              <a:t>n</a:t>
            </a:r>
            <a:r>
              <a:rPr dirty="0" sz="1350" spc="-70" b="1">
                <a:latin typeface="Comic Sans MS"/>
                <a:cs typeface="Comic Sans MS"/>
              </a:rPr>
              <a:t>i</a:t>
            </a:r>
            <a:r>
              <a:rPr dirty="0" sz="1300" spc="-70" b="1">
                <a:latin typeface="Comic Sans MS"/>
                <a:cs typeface="Comic Sans MS"/>
              </a:rPr>
              <a:t>z</a:t>
            </a:r>
            <a:r>
              <a:rPr dirty="0" sz="1350" spc="-70" b="1">
                <a:latin typeface="Comic Sans MS"/>
                <a:cs typeface="Comic Sans MS"/>
              </a:rPr>
              <a:t>a</a:t>
            </a:r>
            <a:r>
              <a:rPr dirty="0" sz="1300" spc="-70" b="1">
                <a:latin typeface="Comic Sans MS"/>
                <a:cs typeface="Comic Sans MS"/>
              </a:rPr>
              <a:t>t</a:t>
            </a:r>
            <a:r>
              <a:rPr dirty="0" sz="1350" spc="-70" b="1">
                <a:latin typeface="Comic Sans MS"/>
                <a:cs typeface="Comic Sans MS"/>
              </a:rPr>
              <a:t>i</a:t>
            </a:r>
            <a:r>
              <a:rPr dirty="0" sz="1300" spc="-70" b="1">
                <a:latin typeface="Comic Sans MS"/>
                <a:cs typeface="Comic Sans MS"/>
              </a:rPr>
              <a:t>on</a:t>
            </a:r>
            <a:r>
              <a:rPr dirty="0" sz="1350" spc="-70" b="1">
                <a:latin typeface="Comic Sans MS"/>
                <a:cs typeface="Comic Sans MS"/>
              </a:rPr>
              <a:t>a</a:t>
            </a:r>
            <a:r>
              <a:rPr dirty="0" sz="1300" spc="-70" b="1">
                <a:latin typeface="Comic Sans MS"/>
                <a:cs typeface="Comic Sans MS"/>
              </a:rPr>
              <a:t>l</a:t>
            </a:r>
            <a:r>
              <a:rPr dirty="0" sz="1300" spc="-265" b="1">
                <a:latin typeface="Comic Sans MS"/>
                <a:cs typeface="Comic Sans MS"/>
              </a:rPr>
              <a:t> </a:t>
            </a:r>
            <a:r>
              <a:rPr dirty="0" sz="1300" spc="-20" b="1">
                <a:latin typeface="Comic Sans MS"/>
                <a:cs typeface="Comic Sans MS"/>
              </a:rPr>
              <a:t>R</a:t>
            </a:r>
            <a:r>
              <a:rPr dirty="0" sz="1350" spc="-20" b="1">
                <a:latin typeface="Comic Sans MS"/>
                <a:cs typeface="Comic Sans MS"/>
              </a:rPr>
              <a:t>i</a:t>
            </a:r>
            <a:r>
              <a:rPr dirty="0" sz="1300" spc="-20" b="1">
                <a:latin typeface="Comic Sans MS"/>
                <a:cs typeface="Comic Sans MS"/>
              </a:rPr>
              <a:t>s</a:t>
            </a:r>
            <a:r>
              <a:rPr dirty="0" sz="1350" spc="-20" b="1">
                <a:latin typeface="Comic Sans MS"/>
                <a:cs typeface="Comic Sans MS"/>
              </a:rPr>
              <a:t>k</a:t>
            </a:r>
            <a:r>
              <a:rPr dirty="0" sz="1300" spc="-20" b="1">
                <a:latin typeface="Comic Sans MS"/>
                <a:cs typeface="Comic Sans MS"/>
              </a:rPr>
              <a:t>s</a:t>
            </a:r>
            <a:endParaRPr sz="1300">
              <a:latin typeface="Comic Sans MS"/>
              <a:cs typeface="Comic Sans MS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195071" y="7936991"/>
            <a:ext cx="7175500" cy="1737360"/>
          </a:xfrm>
          <a:custGeom>
            <a:avLst/>
            <a:gdLst/>
            <a:ahLst/>
            <a:cxnLst/>
            <a:rect l="l" t="t" r="r" b="b"/>
            <a:pathLst>
              <a:path w="7175500" h="1737359">
                <a:moveTo>
                  <a:pt x="7174991" y="1737359"/>
                </a:moveTo>
                <a:lnTo>
                  <a:pt x="0" y="1737359"/>
                </a:lnTo>
                <a:lnTo>
                  <a:pt x="0" y="0"/>
                </a:lnTo>
                <a:lnTo>
                  <a:pt x="7174991" y="0"/>
                </a:lnTo>
                <a:lnTo>
                  <a:pt x="7174991" y="140207"/>
                </a:lnTo>
                <a:lnTo>
                  <a:pt x="195452" y="140207"/>
                </a:lnTo>
                <a:lnTo>
                  <a:pt x="187850" y="140905"/>
                </a:lnTo>
                <a:lnTo>
                  <a:pt x="158050" y="170707"/>
                </a:lnTo>
                <a:lnTo>
                  <a:pt x="157352" y="178307"/>
                </a:lnTo>
                <a:lnTo>
                  <a:pt x="157352" y="1521317"/>
                </a:lnTo>
                <a:lnTo>
                  <a:pt x="180826" y="1556628"/>
                </a:lnTo>
                <a:lnTo>
                  <a:pt x="195452" y="1559417"/>
                </a:lnTo>
                <a:lnTo>
                  <a:pt x="7174991" y="1559417"/>
                </a:lnTo>
                <a:lnTo>
                  <a:pt x="7174991" y="1737359"/>
                </a:lnTo>
                <a:close/>
              </a:path>
              <a:path w="7175500" h="1737359">
                <a:moveTo>
                  <a:pt x="7174991" y="1559417"/>
                </a:moveTo>
                <a:lnTo>
                  <a:pt x="6977237" y="1559417"/>
                </a:lnTo>
                <a:lnTo>
                  <a:pt x="6984850" y="1558720"/>
                </a:lnTo>
                <a:lnTo>
                  <a:pt x="6991875" y="1556628"/>
                </a:lnTo>
                <a:lnTo>
                  <a:pt x="7015337" y="1521317"/>
                </a:lnTo>
                <a:lnTo>
                  <a:pt x="7015337" y="178307"/>
                </a:lnTo>
                <a:lnTo>
                  <a:pt x="6991875" y="142996"/>
                </a:lnTo>
                <a:lnTo>
                  <a:pt x="6977237" y="140207"/>
                </a:lnTo>
                <a:lnTo>
                  <a:pt x="7174991" y="140207"/>
                </a:lnTo>
                <a:lnTo>
                  <a:pt x="7174991" y="1559417"/>
                </a:lnTo>
                <a:close/>
              </a:path>
            </a:pathLst>
          </a:custGeom>
          <a:solidFill>
            <a:srgbClr val="000000">
              <a:alpha val="4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357187" y="8081962"/>
            <a:ext cx="6848475" cy="1409700"/>
          </a:xfrm>
          <a:custGeom>
            <a:avLst/>
            <a:gdLst/>
            <a:ahLst/>
            <a:cxnLst/>
            <a:rect l="l" t="t" r="r" b="b"/>
            <a:pathLst>
              <a:path w="6848475" h="1409700">
                <a:moveTo>
                  <a:pt x="0" y="1376362"/>
                </a:moveTo>
                <a:lnTo>
                  <a:pt x="0" y="33337"/>
                </a:lnTo>
                <a:lnTo>
                  <a:pt x="0" y="28955"/>
                </a:lnTo>
                <a:lnTo>
                  <a:pt x="845" y="24669"/>
                </a:lnTo>
                <a:lnTo>
                  <a:pt x="20579" y="2571"/>
                </a:lnTo>
                <a:lnTo>
                  <a:pt x="24664" y="857"/>
                </a:lnTo>
                <a:lnTo>
                  <a:pt x="28916" y="0"/>
                </a:lnTo>
                <a:lnTo>
                  <a:pt x="33337" y="0"/>
                </a:lnTo>
                <a:lnTo>
                  <a:pt x="6815137" y="0"/>
                </a:lnTo>
                <a:lnTo>
                  <a:pt x="6819557" y="0"/>
                </a:lnTo>
                <a:lnTo>
                  <a:pt x="6823814" y="857"/>
                </a:lnTo>
                <a:lnTo>
                  <a:pt x="6827891" y="2571"/>
                </a:lnTo>
                <a:lnTo>
                  <a:pt x="6831977" y="4190"/>
                </a:lnTo>
                <a:lnTo>
                  <a:pt x="6845931" y="20573"/>
                </a:lnTo>
                <a:lnTo>
                  <a:pt x="6847627" y="24669"/>
                </a:lnTo>
                <a:lnTo>
                  <a:pt x="6848475" y="28955"/>
                </a:lnTo>
                <a:lnTo>
                  <a:pt x="6848475" y="33337"/>
                </a:lnTo>
                <a:lnTo>
                  <a:pt x="6848475" y="1376362"/>
                </a:lnTo>
                <a:lnTo>
                  <a:pt x="6848475" y="1380744"/>
                </a:lnTo>
                <a:lnTo>
                  <a:pt x="6847627" y="1385030"/>
                </a:lnTo>
                <a:lnTo>
                  <a:pt x="6845931" y="1389126"/>
                </a:lnTo>
                <a:lnTo>
                  <a:pt x="6844245" y="1393221"/>
                </a:lnTo>
                <a:lnTo>
                  <a:pt x="6841836" y="1396841"/>
                </a:lnTo>
                <a:lnTo>
                  <a:pt x="6838711" y="1399889"/>
                </a:lnTo>
                <a:lnTo>
                  <a:pt x="6835587" y="1403032"/>
                </a:lnTo>
                <a:lnTo>
                  <a:pt x="6831977" y="1405509"/>
                </a:lnTo>
                <a:lnTo>
                  <a:pt x="6827891" y="1407128"/>
                </a:lnTo>
                <a:lnTo>
                  <a:pt x="6823814" y="1408842"/>
                </a:lnTo>
                <a:lnTo>
                  <a:pt x="6819557" y="1409700"/>
                </a:lnTo>
                <a:lnTo>
                  <a:pt x="6815137" y="1409700"/>
                </a:lnTo>
                <a:lnTo>
                  <a:pt x="33337" y="1409700"/>
                </a:lnTo>
                <a:lnTo>
                  <a:pt x="28916" y="1409700"/>
                </a:lnTo>
                <a:lnTo>
                  <a:pt x="24664" y="1408842"/>
                </a:lnTo>
                <a:lnTo>
                  <a:pt x="20579" y="1407128"/>
                </a:lnTo>
                <a:lnTo>
                  <a:pt x="16495" y="1405509"/>
                </a:lnTo>
                <a:lnTo>
                  <a:pt x="12890" y="1403032"/>
                </a:lnTo>
                <a:lnTo>
                  <a:pt x="9764" y="1399889"/>
                </a:lnTo>
                <a:lnTo>
                  <a:pt x="6637" y="1396841"/>
                </a:lnTo>
                <a:lnTo>
                  <a:pt x="4229" y="1393221"/>
                </a:lnTo>
                <a:lnTo>
                  <a:pt x="2537" y="1389126"/>
                </a:lnTo>
                <a:lnTo>
                  <a:pt x="845" y="1385030"/>
                </a:lnTo>
                <a:lnTo>
                  <a:pt x="0" y="1380744"/>
                </a:lnTo>
                <a:lnTo>
                  <a:pt x="0" y="137636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6" name="object 16" descr=""/>
          <p:cNvGraphicFramePr>
            <a:graphicFrameLocks noGrp="1"/>
          </p:cNvGraphicFramePr>
          <p:nvPr/>
        </p:nvGraphicFramePr>
        <p:xfrm>
          <a:off x="361950" y="8086707"/>
          <a:ext cx="6915150" cy="13995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1955"/>
                <a:gridCol w="1047750"/>
                <a:gridCol w="781049"/>
                <a:gridCol w="3338195"/>
              </a:tblGrid>
              <a:tr h="280670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100" spc="-20" b="1">
                          <a:latin typeface="Comic Sans MS"/>
                          <a:cs typeface="Comic Sans MS"/>
                        </a:rPr>
                        <a:t>R</a:t>
                      </a:r>
                      <a:r>
                        <a:rPr dirty="0" sz="1200" spc="-20" b="1">
                          <a:latin typeface="Comic Sans MS"/>
                          <a:cs typeface="Comic Sans MS"/>
                        </a:rPr>
                        <a:t>i</a:t>
                      </a:r>
                      <a:r>
                        <a:rPr dirty="0" sz="1150" spc="-20" b="1">
                          <a:latin typeface="Comic Sans MS"/>
                          <a:cs typeface="Comic Sans MS"/>
                        </a:rPr>
                        <a:t>s</a:t>
                      </a:r>
                      <a:r>
                        <a:rPr dirty="0" sz="1200" spc="-20" b="1">
                          <a:latin typeface="Comic Sans MS"/>
                          <a:cs typeface="Comic Sans MS"/>
                        </a:rPr>
                        <a:t>k</a:t>
                      </a:r>
                      <a:endParaRPr sz="1200">
                        <a:latin typeface="Comic Sans MS"/>
                        <a:cs typeface="Comic Sans MS"/>
                      </a:endParaRPr>
                    </a:p>
                  </a:txBody>
                  <a:tcPr marL="0" marR="0" marB="0" marT="28575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100" spc="-10" b="1">
                          <a:latin typeface="Comic Sans MS"/>
                          <a:cs typeface="Comic Sans MS"/>
                        </a:rPr>
                        <a:t>P</a:t>
                      </a:r>
                      <a:r>
                        <a:rPr dirty="0" sz="1150" spc="-10" b="1">
                          <a:latin typeface="Comic Sans MS"/>
                          <a:cs typeface="Comic Sans MS"/>
                        </a:rPr>
                        <a:t>ro</a:t>
                      </a:r>
                      <a:r>
                        <a:rPr dirty="0" sz="1200" spc="-10" b="1">
                          <a:latin typeface="Comic Sans MS"/>
                          <a:cs typeface="Comic Sans MS"/>
                        </a:rPr>
                        <a:t>babi</a:t>
                      </a:r>
                      <a:r>
                        <a:rPr dirty="0" sz="1150" spc="-10" b="1">
                          <a:latin typeface="Comic Sans MS"/>
                          <a:cs typeface="Comic Sans MS"/>
                        </a:rPr>
                        <a:t>l</a:t>
                      </a:r>
                      <a:r>
                        <a:rPr dirty="0" sz="1200" spc="-10" b="1">
                          <a:latin typeface="Comic Sans MS"/>
                          <a:cs typeface="Comic Sans MS"/>
                        </a:rPr>
                        <a:t>i</a:t>
                      </a:r>
                      <a:r>
                        <a:rPr dirty="0" sz="1150" spc="-10" b="1">
                          <a:latin typeface="Comic Sans MS"/>
                          <a:cs typeface="Comic Sans MS"/>
                        </a:rPr>
                        <a:t>ty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2857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100" spc="-10" b="1">
                          <a:latin typeface="Comic Sans MS"/>
                          <a:cs typeface="Comic Sans MS"/>
                        </a:rPr>
                        <a:t>I</a:t>
                      </a:r>
                      <a:r>
                        <a:rPr dirty="0" sz="1150" spc="-10" b="1">
                          <a:latin typeface="Comic Sans MS"/>
                          <a:cs typeface="Comic Sans MS"/>
                        </a:rPr>
                        <a:t>mp</a:t>
                      </a:r>
                      <a:r>
                        <a:rPr dirty="0" sz="1200" spc="-10" b="1">
                          <a:latin typeface="Comic Sans MS"/>
                          <a:cs typeface="Comic Sans MS"/>
                        </a:rPr>
                        <a:t>ac</a:t>
                      </a:r>
                      <a:r>
                        <a:rPr dirty="0" sz="1150" spc="-10" b="1">
                          <a:latin typeface="Comic Sans MS"/>
                          <a:cs typeface="Comic Sans MS"/>
                        </a:rPr>
                        <a:t>t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2857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100" spc="-10" b="1">
                          <a:latin typeface="Comic Sans MS"/>
                          <a:cs typeface="Comic Sans MS"/>
                        </a:rPr>
                        <a:t>M</a:t>
                      </a:r>
                      <a:r>
                        <a:rPr dirty="0" sz="1200" spc="-10" b="1">
                          <a:latin typeface="Comic Sans MS"/>
                          <a:cs typeface="Comic Sans MS"/>
                        </a:rPr>
                        <a:t>i</a:t>
                      </a:r>
                      <a:r>
                        <a:rPr dirty="0" sz="1150" spc="-10" b="1">
                          <a:latin typeface="Comic Sans MS"/>
                          <a:cs typeface="Comic Sans MS"/>
                        </a:rPr>
                        <a:t>t</a:t>
                      </a:r>
                      <a:r>
                        <a:rPr dirty="0" sz="1200" spc="-10" b="1">
                          <a:latin typeface="Comic Sans MS"/>
                          <a:cs typeface="Comic Sans MS"/>
                        </a:rPr>
                        <a:t>iga</a:t>
                      </a:r>
                      <a:r>
                        <a:rPr dirty="0" sz="1150" spc="-10" b="1">
                          <a:latin typeface="Comic Sans MS"/>
                          <a:cs typeface="Comic Sans MS"/>
                        </a:rPr>
                        <a:t>t</a:t>
                      </a:r>
                      <a:r>
                        <a:rPr dirty="0" sz="1200" spc="-10" b="1">
                          <a:latin typeface="Comic Sans MS"/>
                          <a:cs typeface="Comic Sans MS"/>
                        </a:rPr>
                        <a:t>i</a:t>
                      </a:r>
                      <a:r>
                        <a:rPr dirty="0" sz="1150" spc="-10" b="1">
                          <a:latin typeface="Comic Sans MS"/>
                          <a:cs typeface="Comic Sans MS"/>
                        </a:rPr>
                        <a:t>on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28575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00" spc="-85">
                          <a:latin typeface="Comic Sans MS"/>
                          <a:cs typeface="Comic Sans MS"/>
                        </a:rPr>
                        <a:t>T</a:t>
                      </a:r>
                      <a:r>
                        <a:rPr dirty="0" sz="1150" spc="-85">
                          <a:latin typeface="Comic Sans MS"/>
                          <a:cs typeface="Comic Sans MS"/>
                        </a:rPr>
                        <a:t>eam</a:t>
                      </a:r>
                      <a:r>
                        <a:rPr dirty="0" sz="1150" spc="-75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10">
                          <a:latin typeface="Comic Sans MS"/>
                          <a:cs typeface="Comic Sans MS"/>
                        </a:rPr>
                        <a:t>resistance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937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00" spc="-10">
                          <a:latin typeface="Comic Sans MS"/>
                          <a:cs typeface="Comic Sans MS"/>
                        </a:rPr>
                        <a:t>M</a:t>
                      </a:r>
                      <a:r>
                        <a:rPr dirty="0" sz="1150" spc="-10">
                          <a:latin typeface="Comic Sans MS"/>
                          <a:cs typeface="Comic Sans MS"/>
                        </a:rPr>
                        <a:t>edium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00" spc="-20">
                          <a:latin typeface="Comic Sans MS"/>
                          <a:cs typeface="Comic Sans MS"/>
                        </a:rPr>
                        <a:t>H</a:t>
                      </a:r>
                      <a:r>
                        <a:rPr dirty="0" sz="1150" spc="-20">
                          <a:latin typeface="Comic Sans MS"/>
                          <a:cs typeface="Comic Sans MS"/>
                        </a:rPr>
                        <a:t>igh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00" spc="-65">
                          <a:latin typeface="Comic Sans MS"/>
                          <a:cs typeface="Comic Sans MS"/>
                        </a:rPr>
                        <a:t>C</a:t>
                      </a:r>
                      <a:r>
                        <a:rPr dirty="0" sz="1150" spc="-65">
                          <a:latin typeface="Comic Sans MS"/>
                          <a:cs typeface="Comic Sans MS"/>
                        </a:rPr>
                        <a:t>lear</a:t>
                      </a:r>
                      <a:r>
                        <a:rPr dirty="0" sz="1150" spc="-35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55">
                          <a:latin typeface="Comic Sans MS"/>
                          <a:cs typeface="Comic Sans MS"/>
                        </a:rPr>
                        <a:t>communication</a:t>
                      </a:r>
                      <a:r>
                        <a:rPr dirty="0" sz="1100" spc="-55">
                          <a:latin typeface="Comic Sans MS"/>
                          <a:cs typeface="Comic Sans MS"/>
                        </a:rPr>
                        <a:t>,</a:t>
                      </a:r>
                      <a:r>
                        <a:rPr dirty="0" sz="1100" spc="-1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60">
                          <a:latin typeface="Comic Sans MS"/>
                          <a:cs typeface="Comic Sans MS"/>
                        </a:rPr>
                        <a:t>upskilling</a:t>
                      </a:r>
                      <a:r>
                        <a:rPr dirty="0" sz="1150" spc="-35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10">
                          <a:latin typeface="Comic Sans MS"/>
                          <a:cs typeface="Comic Sans MS"/>
                        </a:rPr>
                        <a:t>programs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00" spc="-95">
                          <a:latin typeface="Comic Sans MS"/>
                          <a:cs typeface="Comic Sans MS"/>
                        </a:rPr>
                        <a:t>S</a:t>
                      </a:r>
                      <a:r>
                        <a:rPr dirty="0" sz="1150" spc="-95">
                          <a:latin typeface="Comic Sans MS"/>
                          <a:cs typeface="Comic Sans MS"/>
                        </a:rPr>
                        <a:t>takeholder</a:t>
                      </a:r>
                      <a:r>
                        <a:rPr dirty="0" sz="1150" spc="-1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50">
                          <a:latin typeface="Comic Sans MS"/>
                          <a:cs typeface="Comic Sans MS"/>
                        </a:rPr>
                        <a:t>buy</a:t>
                      </a:r>
                      <a:r>
                        <a:rPr dirty="0" sz="1100" spc="-50">
                          <a:latin typeface="Comic Sans MS"/>
                          <a:cs typeface="Comic Sans MS"/>
                        </a:rPr>
                        <a:t>-</a:t>
                      </a:r>
                      <a:r>
                        <a:rPr dirty="0" sz="1150" spc="-25">
                          <a:latin typeface="Comic Sans MS"/>
                          <a:cs typeface="Comic Sans MS"/>
                        </a:rPr>
                        <a:t>in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937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00" spc="-25">
                          <a:latin typeface="Comic Sans MS"/>
                          <a:cs typeface="Comic Sans MS"/>
                        </a:rPr>
                        <a:t>L</a:t>
                      </a:r>
                      <a:r>
                        <a:rPr dirty="0" sz="1150" spc="-25">
                          <a:latin typeface="Comic Sans MS"/>
                          <a:cs typeface="Comic Sans MS"/>
                        </a:rPr>
                        <a:t>ow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00" spc="-20">
                          <a:latin typeface="Comic Sans MS"/>
                          <a:cs typeface="Comic Sans MS"/>
                        </a:rPr>
                        <a:t>H</a:t>
                      </a:r>
                      <a:r>
                        <a:rPr dirty="0" sz="1150" spc="-20">
                          <a:latin typeface="Comic Sans MS"/>
                          <a:cs typeface="Comic Sans MS"/>
                        </a:rPr>
                        <a:t>igh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00" spc="-70">
                          <a:latin typeface="Comic Sans MS"/>
                          <a:cs typeface="Comic Sans MS"/>
                        </a:rPr>
                        <a:t>R</a:t>
                      </a:r>
                      <a:r>
                        <a:rPr dirty="0" sz="1150" spc="-70">
                          <a:latin typeface="Comic Sans MS"/>
                          <a:cs typeface="Comic Sans MS"/>
                        </a:rPr>
                        <a:t>egular</a:t>
                      </a:r>
                      <a:r>
                        <a:rPr dirty="0" sz="1150" spc="-55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65">
                          <a:latin typeface="Comic Sans MS"/>
                          <a:cs typeface="Comic Sans MS"/>
                        </a:rPr>
                        <a:t>updates</a:t>
                      </a:r>
                      <a:r>
                        <a:rPr dirty="0" sz="1100" spc="-65">
                          <a:latin typeface="Comic Sans MS"/>
                          <a:cs typeface="Comic Sans MS"/>
                        </a:rPr>
                        <a:t>,</a:t>
                      </a:r>
                      <a:r>
                        <a:rPr dirty="0" sz="1100" spc="-4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50">
                          <a:latin typeface="Comic Sans MS"/>
                          <a:cs typeface="Comic Sans MS"/>
                        </a:rPr>
                        <a:t>quick</a:t>
                      </a:r>
                      <a:r>
                        <a:rPr dirty="0" sz="1150" spc="-55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45">
                          <a:latin typeface="Comic Sans MS"/>
                          <a:cs typeface="Comic Sans MS"/>
                        </a:rPr>
                        <a:t>wins</a:t>
                      </a:r>
                      <a:r>
                        <a:rPr dirty="0" sz="1150" spc="-55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10">
                          <a:latin typeface="Comic Sans MS"/>
                          <a:cs typeface="Comic Sans MS"/>
                        </a:rPr>
                        <a:t>demonstration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00" spc="-65">
                          <a:latin typeface="Comic Sans MS"/>
                          <a:cs typeface="Comic Sans MS"/>
                        </a:rPr>
                        <a:t>R</a:t>
                      </a:r>
                      <a:r>
                        <a:rPr dirty="0" sz="1150" spc="-65">
                          <a:latin typeface="Comic Sans MS"/>
                          <a:cs typeface="Comic Sans MS"/>
                        </a:rPr>
                        <a:t>esource </a:t>
                      </a:r>
                      <a:r>
                        <a:rPr dirty="0" sz="1150" spc="-10">
                          <a:latin typeface="Comic Sans MS"/>
                          <a:cs typeface="Comic Sans MS"/>
                        </a:rPr>
                        <a:t>availability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937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00" spc="-10">
                          <a:latin typeface="Comic Sans MS"/>
                          <a:cs typeface="Comic Sans MS"/>
                        </a:rPr>
                        <a:t>M</a:t>
                      </a:r>
                      <a:r>
                        <a:rPr dirty="0" sz="1150" spc="-10">
                          <a:latin typeface="Comic Sans MS"/>
                          <a:cs typeface="Comic Sans MS"/>
                        </a:rPr>
                        <a:t>edium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00" spc="-10">
                          <a:latin typeface="Comic Sans MS"/>
                          <a:cs typeface="Comic Sans MS"/>
                        </a:rPr>
                        <a:t>M</a:t>
                      </a:r>
                      <a:r>
                        <a:rPr dirty="0" sz="1150" spc="-10">
                          <a:latin typeface="Comic Sans MS"/>
                          <a:cs typeface="Comic Sans MS"/>
                        </a:rPr>
                        <a:t>edium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00" spc="-80">
                          <a:latin typeface="Comic Sans MS"/>
                          <a:cs typeface="Comic Sans MS"/>
                        </a:rPr>
                        <a:t>D</a:t>
                      </a:r>
                      <a:r>
                        <a:rPr dirty="0" sz="1150" spc="-80">
                          <a:latin typeface="Comic Sans MS"/>
                          <a:cs typeface="Comic Sans MS"/>
                        </a:rPr>
                        <a:t>edicated</a:t>
                      </a:r>
                      <a:r>
                        <a:rPr dirty="0" sz="1150" spc="-5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70">
                          <a:latin typeface="Comic Sans MS"/>
                          <a:cs typeface="Comic Sans MS"/>
                        </a:rPr>
                        <a:t>team</a:t>
                      </a:r>
                      <a:r>
                        <a:rPr dirty="0" sz="1100" spc="-70">
                          <a:latin typeface="Comic Sans MS"/>
                          <a:cs typeface="Comic Sans MS"/>
                        </a:rPr>
                        <a:t>,</a:t>
                      </a:r>
                      <a:r>
                        <a:rPr dirty="0" sz="1100" spc="-35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95">
                          <a:latin typeface="Comic Sans MS"/>
                          <a:cs typeface="Comic Sans MS"/>
                        </a:rPr>
                        <a:t>executive</a:t>
                      </a:r>
                      <a:r>
                        <a:rPr dirty="0" sz="1150" spc="-5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10">
                          <a:latin typeface="Comic Sans MS"/>
                          <a:cs typeface="Comic Sans MS"/>
                        </a:rPr>
                        <a:t>sponsorship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0670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00" spc="-50">
                          <a:latin typeface="Comic Sans MS"/>
                          <a:cs typeface="Comic Sans MS"/>
                        </a:rPr>
                        <a:t>S</a:t>
                      </a:r>
                      <a:r>
                        <a:rPr dirty="0" sz="1150" spc="-50">
                          <a:latin typeface="Comic Sans MS"/>
                          <a:cs typeface="Comic Sans MS"/>
                        </a:rPr>
                        <a:t>cope</a:t>
                      </a:r>
                      <a:r>
                        <a:rPr dirty="0" sz="1150" spc="-8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10">
                          <a:latin typeface="Comic Sans MS"/>
                          <a:cs typeface="Comic Sans MS"/>
                        </a:rPr>
                        <a:t>creep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937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00" spc="-20">
                          <a:latin typeface="Comic Sans MS"/>
                          <a:cs typeface="Comic Sans MS"/>
                        </a:rPr>
                        <a:t>H</a:t>
                      </a:r>
                      <a:r>
                        <a:rPr dirty="0" sz="1150" spc="-20">
                          <a:latin typeface="Comic Sans MS"/>
                          <a:cs typeface="Comic Sans MS"/>
                        </a:rPr>
                        <a:t>igh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00" spc="-10">
                          <a:latin typeface="Comic Sans MS"/>
                          <a:cs typeface="Comic Sans MS"/>
                        </a:rPr>
                        <a:t>M</a:t>
                      </a:r>
                      <a:r>
                        <a:rPr dirty="0" sz="1150" spc="-10">
                          <a:latin typeface="Comic Sans MS"/>
                          <a:cs typeface="Comic Sans MS"/>
                        </a:rPr>
                        <a:t>edium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00" spc="-65">
                          <a:latin typeface="Comic Sans MS"/>
                          <a:cs typeface="Comic Sans MS"/>
                        </a:rPr>
                        <a:t>C</a:t>
                      </a:r>
                      <a:r>
                        <a:rPr dirty="0" sz="1150" spc="-65">
                          <a:latin typeface="Comic Sans MS"/>
                          <a:cs typeface="Comic Sans MS"/>
                        </a:rPr>
                        <a:t>lear</a:t>
                      </a:r>
                      <a:r>
                        <a:rPr dirty="0" sz="1150" spc="-55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65">
                          <a:latin typeface="Comic Sans MS"/>
                          <a:cs typeface="Comic Sans MS"/>
                        </a:rPr>
                        <a:t>boundaries</a:t>
                      </a:r>
                      <a:r>
                        <a:rPr dirty="0" sz="1100" spc="-65">
                          <a:latin typeface="Comic Sans MS"/>
                          <a:cs typeface="Comic Sans MS"/>
                        </a:rPr>
                        <a:t>,</a:t>
                      </a:r>
                      <a:r>
                        <a:rPr dirty="0" sz="1100" spc="-4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45">
                          <a:latin typeface="Comic Sans MS"/>
                          <a:cs typeface="Comic Sans MS"/>
                        </a:rPr>
                        <a:t>change</a:t>
                      </a:r>
                      <a:r>
                        <a:rPr dirty="0" sz="1150" spc="-5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85">
                          <a:latin typeface="Comic Sans MS"/>
                          <a:cs typeface="Comic Sans MS"/>
                        </a:rPr>
                        <a:t>control</a:t>
                      </a:r>
                      <a:r>
                        <a:rPr dirty="0" sz="1150" spc="-55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dirty="0" sz="1150" spc="-10">
                          <a:latin typeface="Comic Sans MS"/>
                          <a:cs typeface="Comic Sans MS"/>
                        </a:rPr>
                        <a:t>process</a:t>
                      </a:r>
                      <a:endParaRPr sz="1150">
                        <a:latin typeface="Comic Sans MS"/>
                        <a:cs typeface="Comic Sans MS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7" name="object 17" descr=""/>
          <p:cNvSpPr txBox="1"/>
          <p:nvPr/>
        </p:nvSpPr>
        <p:spPr>
          <a:xfrm>
            <a:off x="337632" y="9515329"/>
            <a:ext cx="2814955" cy="724535"/>
          </a:xfrm>
          <a:prstGeom prst="rect">
            <a:avLst/>
          </a:prstGeom>
        </p:spPr>
        <p:txBody>
          <a:bodyPr wrap="square" lIns="0" tIns="146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1450" spc="-100" b="1">
                <a:latin typeface="Gill Sans MT"/>
                <a:cs typeface="Gill Sans MT"/>
              </a:rPr>
              <a:t>G</a:t>
            </a:r>
            <a:r>
              <a:rPr dirty="0" sz="1450" spc="-100" b="1">
                <a:latin typeface="Trebuchet MS"/>
                <a:cs typeface="Trebuchet MS"/>
              </a:rPr>
              <a:t>ov</a:t>
            </a:r>
            <a:r>
              <a:rPr dirty="0" sz="1550" spc="-100" b="1">
                <a:latin typeface="Gill Sans MT"/>
                <a:cs typeface="Gill Sans MT"/>
              </a:rPr>
              <a:t>e</a:t>
            </a:r>
            <a:r>
              <a:rPr dirty="0" sz="1450" spc="-100" b="1">
                <a:latin typeface="Trebuchet MS"/>
                <a:cs typeface="Trebuchet MS"/>
              </a:rPr>
              <a:t>rn</a:t>
            </a:r>
            <a:r>
              <a:rPr dirty="0" sz="1550" spc="-100" b="1">
                <a:latin typeface="Gill Sans MT"/>
                <a:cs typeface="Gill Sans MT"/>
              </a:rPr>
              <a:t>a</a:t>
            </a:r>
            <a:r>
              <a:rPr dirty="0" sz="1450" spc="-100" b="1">
                <a:latin typeface="Trebuchet MS"/>
                <a:cs typeface="Trebuchet MS"/>
              </a:rPr>
              <a:t>n</a:t>
            </a:r>
            <a:r>
              <a:rPr dirty="0" sz="1550" spc="-100" b="1">
                <a:latin typeface="Gill Sans MT"/>
                <a:cs typeface="Gill Sans MT"/>
              </a:rPr>
              <a:t>ce</a:t>
            </a:r>
            <a:r>
              <a:rPr dirty="0" sz="1550" spc="-95" b="1">
                <a:latin typeface="Gill Sans MT"/>
                <a:cs typeface="Gill Sans MT"/>
              </a:rPr>
              <a:t> </a:t>
            </a:r>
            <a:r>
              <a:rPr dirty="0" sz="1450" spc="-10" b="1">
                <a:latin typeface="Gill Sans MT"/>
                <a:cs typeface="Gill Sans MT"/>
              </a:rPr>
              <a:t>S</a:t>
            </a:r>
            <a:r>
              <a:rPr dirty="0" sz="1450" spc="-10" b="1">
                <a:latin typeface="Trebuchet MS"/>
                <a:cs typeface="Trebuchet MS"/>
              </a:rPr>
              <a:t>tru</a:t>
            </a:r>
            <a:r>
              <a:rPr dirty="0" sz="1550" spc="-10" b="1">
                <a:latin typeface="Gill Sans MT"/>
                <a:cs typeface="Gill Sans MT"/>
              </a:rPr>
              <a:t>c</a:t>
            </a:r>
            <a:r>
              <a:rPr dirty="0" sz="1450" spc="-10" b="1">
                <a:latin typeface="Trebuchet MS"/>
                <a:cs typeface="Trebuchet MS"/>
              </a:rPr>
              <a:t>tur</a:t>
            </a:r>
            <a:r>
              <a:rPr dirty="0" sz="1550" spc="-10" b="1">
                <a:latin typeface="Gill Sans MT"/>
                <a:cs typeface="Gill Sans MT"/>
              </a:rPr>
              <a:t>e</a:t>
            </a:r>
            <a:endParaRPr sz="15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z="1300" spc="-90" b="1">
                <a:latin typeface="Comic Sans MS"/>
                <a:cs typeface="Comic Sans MS"/>
              </a:rPr>
              <a:t>St</a:t>
            </a:r>
            <a:r>
              <a:rPr dirty="0" sz="1350" spc="-90" b="1">
                <a:latin typeface="Comic Sans MS"/>
                <a:cs typeface="Comic Sans MS"/>
              </a:rPr>
              <a:t>ee</a:t>
            </a:r>
            <a:r>
              <a:rPr dirty="0" sz="1300" spc="-90" b="1">
                <a:latin typeface="Comic Sans MS"/>
                <a:cs typeface="Comic Sans MS"/>
              </a:rPr>
              <a:t>r</a:t>
            </a:r>
            <a:r>
              <a:rPr dirty="0" sz="1350" spc="-90" b="1">
                <a:latin typeface="Comic Sans MS"/>
                <a:cs typeface="Comic Sans MS"/>
              </a:rPr>
              <a:t>i</a:t>
            </a:r>
            <a:r>
              <a:rPr dirty="0" sz="1300" spc="-90" b="1">
                <a:latin typeface="Comic Sans MS"/>
                <a:cs typeface="Comic Sans MS"/>
              </a:rPr>
              <a:t>n</a:t>
            </a:r>
            <a:r>
              <a:rPr dirty="0" sz="1350" spc="-90" b="1">
                <a:latin typeface="Comic Sans MS"/>
                <a:cs typeface="Comic Sans MS"/>
              </a:rPr>
              <a:t>g</a:t>
            </a:r>
            <a:r>
              <a:rPr dirty="0" sz="1350" spc="-290" b="1">
                <a:latin typeface="Comic Sans MS"/>
                <a:cs typeface="Comic Sans MS"/>
              </a:rPr>
              <a:t> </a:t>
            </a:r>
            <a:r>
              <a:rPr dirty="0" sz="1300" spc="-50" b="1">
                <a:latin typeface="Comic Sans MS"/>
                <a:cs typeface="Comic Sans MS"/>
              </a:rPr>
              <a:t>Comm</a:t>
            </a:r>
            <a:r>
              <a:rPr dirty="0" sz="1350" spc="-50" b="1">
                <a:latin typeface="Comic Sans MS"/>
                <a:cs typeface="Comic Sans MS"/>
              </a:rPr>
              <a:t>i</a:t>
            </a:r>
            <a:r>
              <a:rPr dirty="0" sz="1300" spc="-50" b="1">
                <a:latin typeface="Comic Sans MS"/>
                <a:cs typeface="Comic Sans MS"/>
              </a:rPr>
              <a:t>tt</a:t>
            </a:r>
            <a:r>
              <a:rPr dirty="0" sz="1350" spc="-50" b="1">
                <a:latin typeface="Comic Sans MS"/>
                <a:cs typeface="Comic Sans MS"/>
              </a:rPr>
              <a:t>ee</a:t>
            </a:r>
            <a:r>
              <a:rPr dirty="0" sz="1350" spc="-250" b="1">
                <a:latin typeface="Comic Sans MS"/>
                <a:cs typeface="Comic Sans MS"/>
              </a:rPr>
              <a:t> </a:t>
            </a:r>
            <a:r>
              <a:rPr dirty="0" sz="1300" spc="-95">
                <a:latin typeface="Comic Sans MS"/>
                <a:cs typeface="Comic Sans MS"/>
              </a:rPr>
              <a:t>(Monthly</a:t>
            </a:r>
            <a:r>
              <a:rPr dirty="0" sz="1300" spc="-60">
                <a:latin typeface="Comic Sans MS"/>
                <a:cs typeface="Comic Sans MS"/>
              </a:rPr>
              <a:t> </a:t>
            </a:r>
            <a:r>
              <a:rPr dirty="0" sz="1300" spc="-40">
                <a:latin typeface="Comic Sans MS"/>
                <a:cs typeface="Comic Sans MS"/>
              </a:rPr>
              <a:t>meetings)</a:t>
            </a:r>
            <a:endParaRPr sz="13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57200" y="3429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57200" y="6477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57200" y="9621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57200" y="12669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457200" y="20384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457200" y="23432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57200" y="26575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457200" y="29623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457200" y="37338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457200" y="40386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457200" y="43530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457200" y="55150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457200" y="58293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457200" y="61341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457200" y="64485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457200" y="72295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457200" y="75343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457200" y="78486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457200" y="81534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457200" y="89440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457200" y="92488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457200" y="95536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457200" y="98679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337632" y="135413"/>
            <a:ext cx="4272280" cy="10291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79400" marR="1405890">
              <a:lnSpc>
                <a:spcPct val="153800"/>
              </a:lnSpc>
              <a:spcBef>
                <a:spcPts val="95"/>
              </a:spcBef>
            </a:pPr>
            <a:r>
              <a:rPr dirty="0" sz="1300" spc="-110">
                <a:latin typeface="Comic Sans MS"/>
                <a:cs typeface="Comic Sans MS"/>
              </a:rPr>
              <a:t>Executive </a:t>
            </a:r>
            <a:r>
              <a:rPr dirty="0" sz="1300" spc="-75">
                <a:latin typeface="Comic Sans MS"/>
                <a:cs typeface="Comic Sans MS"/>
              </a:rPr>
              <a:t>Sponsor</a:t>
            </a:r>
            <a:r>
              <a:rPr dirty="0" sz="1300" spc="-105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(</a:t>
            </a:r>
            <a:r>
              <a:rPr dirty="0" sz="1250" spc="-10">
                <a:latin typeface="Comic Sans MS"/>
                <a:cs typeface="Comic Sans MS"/>
              </a:rPr>
              <a:t>V</a:t>
            </a:r>
            <a:r>
              <a:rPr dirty="0" sz="1300" spc="-10">
                <a:latin typeface="Comic Sans MS"/>
                <a:cs typeface="Comic Sans MS"/>
              </a:rPr>
              <a:t>P</a:t>
            </a:r>
            <a:r>
              <a:rPr dirty="0" sz="1300" spc="-110">
                <a:latin typeface="Comic Sans MS"/>
                <a:cs typeface="Comic Sans MS"/>
              </a:rPr>
              <a:t> </a:t>
            </a:r>
            <a:r>
              <a:rPr dirty="0" sz="1300" spc="-130">
                <a:latin typeface="Comic Sans MS"/>
                <a:cs typeface="Comic Sans MS"/>
              </a:rPr>
              <a:t>of</a:t>
            </a:r>
            <a:r>
              <a:rPr dirty="0" sz="1300" spc="-105">
                <a:latin typeface="Comic Sans MS"/>
                <a:cs typeface="Comic Sans MS"/>
              </a:rPr>
              <a:t> </a:t>
            </a:r>
            <a:r>
              <a:rPr dirty="0" sz="1300" spc="-65">
                <a:latin typeface="Comic Sans MS"/>
                <a:cs typeface="Comic Sans MS"/>
              </a:rPr>
              <a:t>Engineering) </a:t>
            </a:r>
            <a:r>
              <a:rPr dirty="0" sz="1300" spc="-90">
                <a:latin typeface="Comic Sans MS"/>
                <a:cs typeface="Comic Sans MS"/>
              </a:rPr>
              <a:t>Head</a:t>
            </a:r>
            <a:r>
              <a:rPr dirty="0" sz="1300" spc="-110">
                <a:latin typeface="Comic Sans MS"/>
                <a:cs typeface="Comic Sans MS"/>
              </a:rPr>
              <a:t> </a:t>
            </a:r>
            <a:r>
              <a:rPr dirty="0" sz="1300" spc="-130">
                <a:latin typeface="Comic Sans MS"/>
                <a:cs typeface="Comic Sans MS"/>
              </a:rPr>
              <a:t>of</a:t>
            </a:r>
            <a:r>
              <a:rPr dirty="0" sz="1300" spc="-110">
                <a:latin typeface="Comic Sans MS"/>
                <a:cs typeface="Comic Sans MS"/>
              </a:rPr>
              <a:t> </a:t>
            </a:r>
            <a:r>
              <a:rPr dirty="0" sz="1300" spc="-25">
                <a:latin typeface="Comic Sans MS"/>
                <a:cs typeface="Comic Sans MS"/>
              </a:rPr>
              <a:t>QA</a:t>
            </a:r>
            <a:endParaRPr sz="1300">
              <a:latin typeface="Comic Sans MS"/>
              <a:cs typeface="Comic Sans MS"/>
            </a:endParaRPr>
          </a:p>
          <a:p>
            <a:pPr marL="279400" marR="2190115">
              <a:lnSpc>
                <a:spcPct val="153800"/>
              </a:lnSpc>
              <a:spcBef>
                <a:spcPts val="75"/>
              </a:spcBef>
            </a:pPr>
            <a:r>
              <a:rPr dirty="0" sz="1300" spc="-90">
                <a:latin typeface="Comic Sans MS"/>
                <a:cs typeface="Comic Sans MS"/>
              </a:rPr>
              <a:t>Head</a:t>
            </a:r>
            <a:r>
              <a:rPr dirty="0" sz="1300" spc="-105">
                <a:latin typeface="Comic Sans MS"/>
                <a:cs typeface="Comic Sans MS"/>
              </a:rPr>
              <a:t> </a:t>
            </a:r>
            <a:r>
              <a:rPr dirty="0" sz="1300" spc="-130">
                <a:latin typeface="Comic Sans MS"/>
                <a:cs typeface="Comic Sans MS"/>
              </a:rPr>
              <a:t>of</a:t>
            </a:r>
            <a:r>
              <a:rPr dirty="0" sz="1300" spc="-105">
                <a:latin typeface="Comic Sans MS"/>
                <a:cs typeface="Comic Sans MS"/>
              </a:rPr>
              <a:t> </a:t>
            </a:r>
            <a:r>
              <a:rPr dirty="0" sz="1300" spc="-240">
                <a:latin typeface="Comic Sans MS"/>
                <a:cs typeface="Comic Sans MS"/>
              </a:rPr>
              <a:t>AI/ML</a:t>
            </a:r>
            <a:r>
              <a:rPr dirty="0" sz="1300" spc="-105">
                <a:latin typeface="Comic Sans MS"/>
                <a:cs typeface="Comic Sans MS"/>
              </a:rPr>
              <a:t> </a:t>
            </a:r>
            <a:r>
              <a:rPr dirty="0" sz="1300" spc="-95">
                <a:latin typeface="Comic Sans MS"/>
                <a:cs typeface="Comic Sans MS"/>
              </a:rPr>
              <a:t>Department </a:t>
            </a:r>
            <a:r>
              <a:rPr dirty="0" sz="1300" spc="-90">
                <a:latin typeface="Comic Sans MS"/>
                <a:cs typeface="Comic Sans MS"/>
              </a:rPr>
              <a:t>CFO</a:t>
            </a:r>
            <a:r>
              <a:rPr dirty="0" sz="1300" spc="-114">
                <a:latin typeface="Comic Sans MS"/>
                <a:cs typeface="Comic Sans MS"/>
              </a:rPr>
              <a:t> </a:t>
            </a:r>
            <a:r>
              <a:rPr dirty="0" sz="1300" spc="-30">
                <a:latin typeface="Comic Sans MS"/>
                <a:cs typeface="Comic Sans MS"/>
              </a:rPr>
              <a:t>Representative</a:t>
            </a:r>
            <a:endParaRPr sz="1300">
              <a:latin typeface="Comic Sans MS"/>
              <a:cs typeface="Comic Sans MS"/>
            </a:endParaRPr>
          </a:p>
          <a:p>
            <a:pPr marL="279400" marR="1529715" indent="-266700">
              <a:lnSpc>
                <a:spcPct val="188300"/>
              </a:lnSpc>
              <a:spcBef>
                <a:spcPts val="35"/>
              </a:spcBef>
            </a:pPr>
            <a:r>
              <a:rPr dirty="0" sz="1250" spc="-65" b="1">
                <a:latin typeface="Comic Sans MS"/>
                <a:cs typeface="Comic Sans MS"/>
              </a:rPr>
              <a:t>W</a:t>
            </a:r>
            <a:r>
              <a:rPr dirty="0" sz="1300" spc="-65" b="1">
                <a:latin typeface="Comic Sans MS"/>
                <a:cs typeface="Comic Sans MS"/>
              </a:rPr>
              <a:t>or</a:t>
            </a:r>
            <a:r>
              <a:rPr dirty="0" sz="1350" spc="-65" b="1">
                <a:latin typeface="Comic Sans MS"/>
                <a:cs typeface="Comic Sans MS"/>
              </a:rPr>
              <a:t>ki</a:t>
            </a:r>
            <a:r>
              <a:rPr dirty="0" sz="1300" spc="-65" b="1">
                <a:latin typeface="Comic Sans MS"/>
                <a:cs typeface="Comic Sans MS"/>
              </a:rPr>
              <a:t>n</a:t>
            </a:r>
            <a:r>
              <a:rPr dirty="0" sz="1350" spc="-65" b="1">
                <a:latin typeface="Comic Sans MS"/>
                <a:cs typeface="Comic Sans MS"/>
              </a:rPr>
              <a:t>g</a:t>
            </a:r>
            <a:r>
              <a:rPr dirty="0" sz="1350" spc="-305" b="1">
                <a:latin typeface="Comic Sans MS"/>
                <a:cs typeface="Comic Sans MS"/>
              </a:rPr>
              <a:t> </a:t>
            </a:r>
            <a:r>
              <a:rPr dirty="0" sz="1300" spc="-50" b="1">
                <a:latin typeface="Comic Sans MS"/>
                <a:cs typeface="Comic Sans MS"/>
              </a:rPr>
              <a:t>Comm</a:t>
            </a:r>
            <a:r>
              <a:rPr dirty="0" sz="1350" spc="-50" b="1">
                <a:latin typeface="Comic Sans MS"/>
                <a:cs typeface="Comic Sans MS"/>
              </a:rPr>
              <a:t>i</a:t>
            </a:r>
            <a:r>
              <a:rPr dirty="0" sz="1300" spc="-50" b="1">
                <a:latin typeface="Comic Sans MS"/>
                <a:cs typeface="Comic Sans MS"/>
              </a:rPr>
              <a:t>tt</a:t>
            </a:r>
            <a:r>
              <a:rPr dirty="0" sz="1350" spc="-50" b="1">
                <a:latin typeface="Comic Sans MS"/>
                <a:cs typeface="Comic Sans MS"/>
              </a:rPr>
              <a:t>ee</a:t>
            </a:r>
            <a:r>
              <a:rPr dirty="0" sz="1350" spc="-270" b="1">
                <a:latin typeface="Comic Sans MS"/>
                <a:cs typeface="Comic Sans MS"/>
              </a:rPr>
              <a:t> </a:t>
            </a:r>
            <a:r>
              <a:rPr dirty="0" sz="1300" spc="-105">
                <a:latin typeface="Comic Sans MS"/>
                <a:cs typeface="Comic Sans MS"/>
              </a:rPr>
              <a:t>(</a:t>
            </a:r>
            <a:r>
              <a:rPr dirty="0" sz="1250" spc="-105">
                <a:latin typeface="Comic Sans MS"/>
                <a:cs typeface="Comic Sans MS"/>
              </a:rPr>
              <a:t>W</a:t>
            </a:r>
            <a:r>
              <a:rPr dirty="0" sz="1300" spc="-105">
                <a:latin typeface="Comic Sans MS"/>
                <a:cs typeface="Comic Sans MS"/>
              </a:rPr>
              <a:t>eekly</a:t>
            </a:r>
            <a:r>
              <a:rPr dirty="0" sz="1300" spc="-75">
                <a:latin typeface="Comic Sans MS"/>
                <a:cs typeface="Comic Sans MS"/>
              </a:rPr>
              <a:t> </a:t>
            </a:r>
            <a:r>
              <a:rPr dirty="0" sz="1300" spc="-55">
                <a:latin typeface="Comic Sans MS"/>
                <a:cs typeface="Comic Sans MS"/>
              </a:rPr>
              <a:t>meetings) </a:t>
            </a:r>
            <a:r>
              <a:rPr dirty="0" sz="1300" spc="-80">
                <a:latin typeface="Comic Sans MS"/>
                <a:cs typeface="Comic Sans MS"/>
              </a:rPr>
              <a:t>Pilot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14">
                <a:latin typeface="Comic Sans MS"/>
                <a:cs typeface="Comic Sans MS"/>
              </a:rPr>
              <a:t>Project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20">
                <a:latin typeface="Comic Sans MS"/>
                <a:cs typeface="Comic Sans MS"/>
              </a:rPr>
              <a:t>Lead</a:t>
            </a:r>
            <a:endParaRPr sz="1300">
              <a:latin typeface="Comic Sans MS"/>
              <a:cs typeface="Comic Sans MS"/>
            </a:endParaRPr>
          </a:p>
          <a:p>
            <a:pPr marL="279400">
              <a:lnSpc>
                <a:spcPct val="100000"/>
              </a:lnSpc>
              <a:spcBef>
                <a:spcPts val="840"/>
              </a:spcBef>
            </a:pPr>
            <a:r>
              <a:rPr dirty="0" sz="1250" spc="-90">
                <a:latin typeface="Comic Sans MS"/>
                <a:cs typeface="Comic Sans MS"/>
              </a:rPr>
              <a:t>T</a:t>
            </a:r>
            <a:r>
              <a:rPr dirty="0" sz="1300" spc="-90">
                <a:latin typeface="Comic Sans MS"/>
                <a:cs typeface="Comic Sans MS"/>
              </a:rPr>
              <a:t>echnical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250" spc="-100">
                <a:latin typeface="Comic Sans MS"/>
                <a:cs typeface="Comic Sans MS"/>
              </a:rPr>
              <a:t>T</a:t>
            </a:r>
            <a:r>
              <a:rPr dirty="0" sz="1300" spc="-100">
                <a:latin typeface="Comic Sans MS"/>
                <a:cs typeface="Comic Sans MS"/>
              </a:rPr>
              <a:t>eam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20">
                <a:latin typeface="Comic Sans MS"/>
                <a:cs typeface="Comic Sans MS"/>
              </a:rPr>
              <a:t>Leads</a:t>
            </a:r>
            <a:endParaRPr sz="1300">
              <a:latin typeface="Comic Sans MS"/>
              <a:cs typeface="Comic Sans MS"/>
            </a:endParaRPr>
          </a:p>
          <a:p>
            <a:pPr marL="279400" marR="2175510">
              <a:lnSpc>
                <a:spcPct val="153800"/>
              </a:lnSpc>
              <a:spcBef>
                <a:spcPts val="75"/>
              </a:spcBef>
            </a:pPr>
            <a:r>
              <a:rPr dirty="0" sz="1250" spc="-85">
                <a:latin typeface="Comic Sans MS"/>
                <a:cs typeface="Comic Sans MS"/>
              </a:rPr>
              <a:t>V</a:t>
            </a:r>
            <a:r>
              <a:rPr dirty="0" sz="1300" spc="-85">
                <a:latin typeface="Comic Sans MS"/>
                <a:cs typeface="Comic Sans MS"/>
              </a:rPr>
              <a:t>endor </a:t>
            </a:r>
            <a:r>
              <a:rPr dirty="0" sz="1300" spc="-35">
                <a:latin typeface="Comic Sans MS"/>
                <a:cs typeface="Comic Sans MS"/>
              </a:rPr>
              <a:t>Representatives </a:t>
            </a:r>
            <a:r>
              <a:rPr dirty="0" sz="1300" spc="-40">
                <a:latin typeface="Comic Sans MS"/>
                <a:cs typeface="Comic Sans MS"/>
              </a:rPr>
              <a:t>Change</a:t>
            </a:r>
            <a:r>
              <a:rPr dirty="0" sz="1300" spc="-75">
                <a:latin typeface="Comic Sans MS"/>
                <a:cs typeface="Comic Sans MS"/>
              </a:rPr>
              <a:t> Management</a:t>
            </a:r>
            <a:r>
              <a:rPr dirty="0" sz="1300" spc="-70">
                <a:latin typeface="Comic Sans MS"/>
                <a:cs typeface="Comic Sans MS"/>
              </a:rPr>
              <a:t> </a:t>
            </a:r>
            <a:r>
              <a:rPr dirty="0" sz="1300" spc="-40">
                <a:latin typeface="Comic Sans MS"/>
                <a:cs typeface="Comic Sans MS"/>
              </a:rPr>
              <a:t>Lead</a:t>
            </a:r>
            <a:endParaRPr sz="1300">
              <a:latin typeface="Comic Sans MS"/>
              <a:cs typeface="Comic Sans MS"/>
            </a:endParaRPr>
          </a:p>
          <a:p>
            <a:pPr marL="279400" marR="1722120" indent="-266700">
              <a:lnSpc>
                <a:spcPct val="188300"/>
              </a:lnSpc>
              <a:spcBef>
                <a:spcPts val="35"/>
              </a:spcBef>
            </a:pPr>
            <a:r>
              <a:rPr dirty="0" sz="1300" spc="-45" b="1">
                <a:latin typeface="Comic Sans MS"/>
                <a:cs typeface="Comic Sans MS"/>
              </a:rPr>
              <a:t>Su</a:t>
            </a:r>
            <a:r>
              <a:rPr dirty="0" sz="1350" spc="-45" b="1">
                <a:latin typeface="Comic Sans MS"/>
                <a:cs typeface="Comic Sans MS"/>
              </a:rPr>
              <a:t>cce</a:t>
            </a:r>
            <a:r>
              <a:rPr dirty="0" sz="1300" spc="-45" b="1">
                <a:latin typeface="Comic Sans MS"/>
                <a:cs typeface="Comic Sans MS"/>
              </a:rPr>
              <a:t>ss</a:t>
            </a:r>
            <a:r>
              <a:rPr dirty="0" sz="1300" spc="-285" b="1">
                <a:latin typeface="Comic Sans MS"/>
                <a:cs typeface="Comic Sans MS"/>
              </a:rPr>
              <a:t> </a:t>
            </a:r>
            <a:r>
              <a:rPr dirty="0" sz="1300" spc="-90" b="1">
                <a:latin typeface="Comic Sans MS"/>
                <a:cs typeface="Comic Sans MS"/>
              </a:rPr>
              <a:t>M</a:t>
            </a:r>
            <a:r>
              <a:rPr dirty="0" sz="1350" spc="-90" b="1">
                <a:latin typeface="Comic Sans MS"/>
                <a:cs typeface="Comic Sans MS"/>
              </a:rPr>
              <a:t>e</a:t>
            </a:r>
            <a:r>
              <a:rPr dirty="0" sz="1300" spc="-90" b="1">
                <a:latin typeface="Comic Sans MS"/>
                <a:cs typeface="Comic Sans MS"/>
              </a:rPr>
              <a:t>tr</a:t>
            </a:r>
            <a:r>
              <a:rPr dirty="0" sz="1350" spc="-90" b="1">
                <a:latin typeface="Comic Sans MS"/>
                <a:cs typeface="Comic Sans MS"/>
              </a:rPr>
              <a:t>ic</a:t>
            </a:r>
            <a:r>
              <a:rPr dirty="0" sz="1300" spc="-90" b="1">
                <a:latin typeface="Comic Sans MS"/>
                <a:cs typeface="Comic Sans MS"/>
              </a:rPr>
              <a:t>s</a:t>
            </a:r>
            <a:r>
              <a:rPr dirty="0" sz="1300" spc="-285" b="1">
                <a:latin typeface="Comic Sans MS"/>
                <a:cs typeface="Comic Sans MS"/>
              </a:rPr>
              <a:t> </a:t>
            </a:r>
            <a:r>
              <a:rPr dirty="0" sz="1300" spc="-45" b="1">
                <a:latin typeface="Comic Sans MS"/>
                <a:cs typeface="Comic Sans MS"/>
              </a:rPr>
              <a:t>R</a:t>
            </a:r>
            <a:r>
              <a:rPr dirty="0" sz="1350" spc="-45" b="1">
                <a:latin typeface="Comic Sans MS"/>
                <a:cs typeface="Comic Sans MS"/>
              </a:rPr>
              <a:t>e</a:t>
            </a:r>
            <a:r>
              <a:rPr dirty="0" sz="1300" spc="-45" b="1">
                <a:latin typeface="Comic Sans MS"/>
                <a:cs typeface="Comic Sans MS"/>
              </a:rPr>
              <a:t>v</a:t>
            </a:r>
            <a:r>
              <a:rPr dirty="0" sz="1350" spc="-45" b="1">
                <a:latin typeface="Comic Sans MS"/>
                <a:cs typeface="Comic Sans MS"/>
              </a:rPr>
              <a:t>ie</a:t>
            </a:r>
            <a:r>
              <a:rPr dirty="0" sz="1300" spc="-45" b="1">
                <a:latin typeface="Comic Sans MS"/>
                <a:cs typeface="Comic Sans MS"/>
              </a:rPr>
              <a:t>w</a:t>
            </a:r>
            <a:r>
              <a:rPr dirty="0" sz="1300" spc="-250" b="1">
                <a:latin typeface="Comic Sans MS"/>
                <a:cs typeface="Comic Sans MS"/>
              </a:rPr>
              <a:t> </a:t>
            </a:r>
            <a:r>
              <a:rPr dirty="0" sz="1300" spc="-80">
                <a:latin typeface="Comic Sans MS"/>
                <a:cs typeface="Comic Sans MS"/>
              </a:rPr>
              <a:t>(Bi-</a:t>
            </a:r>
            <a:r>
              <a:rPr dirty="0" sz="1300" spc="-40">
                <a:latin typeface="Comic Sans MS"/>
                <a:cs typeface="Comic Sans MS"/>
              </a:rPr>
              <a:t>weekly) </a:t>
            </a:r>
            <a:r>
              <a:rPr dirty="0" sz="1300" spc="-120">
                <a:latin typeface="Comic Sans MS"/>
                <a:cs typeface="Comic Sans MS"/>
              </a:rPr>
              <a:t>All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90">
                <a:latin typeface="Comic Sans MS"/>
                <a:cs typeface="Comic Sans MS"/>
              </a:rPr>
              <a:t>pilot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95">
                <a:latin typeface="Comic Sans MS"/>
                <a:cs typeface="Comic Sans MS"/>
              </a:rPr>
              <a:t>team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members</a:t>
            </a:r>
            <a:endParaRPr sz="1300">
              <a:latin typeface="Comic Sans MS"/>
              <a:cs typeface="Comic Sans MS"/>
            </a:endParaRPr>
          </a:p>
          <a:p>
            <a:pPr marL="279400" marR="2837815">
              <a:lnSpc>
                <a:spcPts val="2480"/>
              </a:lnSpc>
              <a:spcBef>
                <a:spcPts val="155"/>
              </a:spcBef>
            </a:pPr>
            <a:r>
              <a:rPr dirty="0" sz="1300" spc="-80">
                <a:latin typeface="Comic Sans MS"/>
                <a:cs typeface="Comic Sans MS"/>
              </a:rPr>
              <a:t>Key</a:t>
            </a:r>
            <a:r>
              <a:rPr dirty="0" sz="1300" spc="-120">
                <a:latin typeface="Comic Sans MS"/>
                <a:cs typeface="Comic Sans MS"/>
              </a:rPr>
              <a:t> </a:t>
            </a:r>
            <a:r>
              <a:rPr dirty="0" sz="1300" spc="-95">
                <a:latin typeface="Comic Sans MS"/>
                <a:cs typeface="Comic Sans MS"/>
              </a:rPr>
              <a:t>stakeholders </a:t>
            </a:r>
            <a:r>
              <a:rPr dirty="0" sz="1300" spc="-105">
                <a:latin typeface="Comic Sans MS"/>
                <a:cs typeface="Comic Sans MS"/>
              </a:rPr>
              <a:t>Data</a:t>
            </a:r>
            <a:r>
              <a:rPr dirty="0" sz="1300" spc="-110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analysts</a:t>
            </a:r>
            <a:endParaRPr sz="13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dirty="0" sz="1450" spc="-100" b="1">
                <a:latin typeface="Gill Sans MT"/>
                <a:cs typeface="Gill Sans MT"/>
              </a:rPr>
              <a:t>C</a:t>
            </a:r>
            <a:r>
              <a:rPr dirty="0" sz="1550" spc="-100" b="1">
                <a:latin typeface="Gill Sans MT"/>
                <a:cs typeface="Gill Sans MT"/>
              </a:rPr>
              <a:t>ha</a:t>
            </a:r>
            <a:r>
              <a:rPr dirty="0" sz="1450" spc="-100" b="1">
                <a:latin typeface="Trebuchet MS"/>
                <a:cs typeface="Trebuchet MS"/>
              </a:rPr>
              <a:t>n</a:t>
            </a:r>
            <a:r>
              <a:rPr dirty="0" sz="1550" spc="-100" b="1">
                <a:latin typeface="Gill Sans MT"/>
                <a:cs typeface="Gill Sans MT"/>
              </a:rPr>
              <a:t>ge</a:t>
            </a:r>
            <a:r>
              <a:rPr dirty="0" sz="1550" spc="-114" b="1">
                <a:latin typeface="Gill Sans MT"/>
                <a:cs typeface="Gill Sans MT"/>
              </a:rPr>
              <a:t> </a:t>
            </a:r>
            <a:r>
              <a:rPr dirty="0" sz="1450" spc="-90" b="1">
                <a:latin typeface="Gill Sans MT"/>
                <a:cs typeface="Gill Sans MT"/>
              </a:rPr>
              <a:t>M</a:t>
            </a:r>
            <a:r>
              <a:rPr dirty="0" sz="1550" spc="-90" b="1">
                <a:latin typeface="Gill Sans MT"/>
                <a:cs typeface="Gill Sans MT"/>
              </a:rPr>
              <a:t>a</a:t>
            </a:r>
            <a:r>
              <a:rPr dirty="0" sz="1450" spc="-90" b="1">
                <a:latin typeface="Trebuchet MS"/>
                <a:cs typeface="Trebuchet MS"/>
              </a:rPr>
              <a:t>n</a:t>
            </a:r>
            <a:r>
              <a:rPr dirty="0" sz="1550" spc="-90" b="1">
                <a:latin typeface="Gill Sans MT"/>
                <a:cs typeface="Gill Sans MT"/>
              </a:rPr>
              <a:t>age</a:t>
            </a:r>
            <a:r>
              <a:rPr dirty="0" sz="1450" spc="-90" b="1">
                <a:latin typeface="Trebuchet MS"/>
                <a:cs typeface="Trebuchet MS"/>
              </a:rPr>
              <a:t>m</a:t>
            </a:r>
            <a:r>
              <a:rPr dirty="0" sz="1550" spc="-90" b="1">
                <a:latin typeface="Gill Sans MT"/>
                <a:cs typeface="Gill Sans MT"/>
              </a:rPr>
              <a:t>e</a:t>
            </a:r>
            <a:r>
              <a:rPr dirty="0" sz="1450" spc="-90" b="1">
                <a:latin typeface="Trebuchet MS"/>
                <a:cs typeface="Trebuchet MS"/>
              </a:rPr>
              <a:t>nt</a:t>
            </a:r>
            <a:r>
              <a:rPr dirty="0" sz="1450" spc="-120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Gill Sans MT"/>
                <a:cs typeface="Gill Sans MT"/>
              </a:rPr>
              <a:t>P</a:t>
            </a:r>
            <a:r>
              <a:rPr dirty="0" sz="1450" spc="-20" b="1">
                <a:latin typeface="Trebuchet MS"/>
                <a:cs typeface="Trebuchet MS"/>
              </a:rPr>
              <a:t>l</a:t>
            </a:r>
            <a:r>
              <a:rPr dirty="0" sz="1550" spc="-20" b="1">
                <a:latin typeface="Gill Sans MT"/>
                <a:cs typeface="Gill Sans MT"/>
              </a:rPr>
              <a:t>a</a:t>
            </a:r>
            <a:r>
              <a:rPr dirty="0" sz="1450" spc="-20" b="1">
                <a:latin typeface="Trebuchet MS"/>
                <a:cs typeface="Trebuchet MS"/>
              </a:rPr>
              <a:t>n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dirty="0" sz="1300" spc="-10" b="1">
                <a:latin typeface="Comic Sans MS"/>
                <a:cs typeface="Comic Sans MS"/>
              </a:rPr>
              <a:t>Commun</a:t>
            </a:r>
            <a:r>
              <a:rPr dirty="0" sz="1350" spc="-10" b="1">
                <a:latin typeface="Comic Sans MS"/>
                <a:cs typeface="Comic Sans MS"/>
              </a:rPr>
              <a:t>ica</a:t>
            </a:r>
            <a:r>
              <a:rPr dirty="0" sz="1300" spc="-10" b="1">
                <a:latin typeface="Comic Sans MS"/>
                <a:cs typeface="Comic Sans MS"/>
              </a:rPr>
              <a:t>t</a:t>
            </a:r>
            <a:r>
              <a:rPr dirty="0" sz="1350" spc="-10" b="1">
                <a:latin typeface="Comic Sans MS"/>
                <a:cs typeface="Comic Sans MS"/>
              </a:rPr>
              <a:t>i</a:t>
            </a:r>
            <a:r>
              <a:rPr dirty="0" sz="1300" spc="-10" b="1">
                <a:latin typeface="Comic Sans MS"/>
                <a:cs typeface="Comic Sans MS"/>
              </a:rPr>
              <a:t>on</a:t>
            </a:r>
            <a:r>
              <a:rPr dirty="0" sz="1300" spc="-340" b="1">
                <a:latin typeface="Comic Sans MS"/>
                <a:cs typeface="Comic Sans MS"/>
              </a:rPr>
              <a:t> </a:t>
            </a:r>
            <a:r>
              <a:rPr dirty="0" sz="1300" spc="-10" b="1">
                <a:latin typeface="Comic Sans MS"/>
                <a:cs typeface="Comic Sans MS"/>
              </a:rPr>
              <a:t>Str</a:t>
            </a:r>
            <a:r>
              <a:rPr dirty="0" sz="1350" spc="-10" b="1">
                <a:latin typeface="Comic Sans MS"/>
                <a:cs typeface="Comic Sans MS"/>
              </a:rPr>
              <a:t>a</a:t>
            </a:r>
            <a:r>
              <a:rPr dirty="0" sz="1300" spc="-10" b="1">
                <a:latin typeface="Comic Sans MS"/>
                <a:cs typeface="Comic Sans MS"/>
              </a:rPr>
              <a:t>t</a:t>
            </a:r>
            <a:r>
              <a:rPr dirty="0" sz="1350" spc="-10" b="1">
                <a:latin typeface="Comic Sans MS"/>
                <a:cs typeface="Comic Sans MS"/>
              </a:rPr>
              <a:t>eg</a:t>
            </a:r>
            <a:r>
              <a:rPr dirty="0" sz="1300" spc="-10" b="1">
                <a:latin typeface="Comic Sans MS"/>
                <a:cs typeface="Comic Sans MS"/>
              </a:rPr>
              <a:t>y</a:t>
            </a:r>
            <a:endParaRPr sz="1300">
              <a:latin typeface="Comic Sans MS"/>
              <a:cs typeface="Comic Sans MS"/>
            </a:endParaRPr>
          </a:p>
          <a:p>
            <a:pPr marL="279400">
              <a:lnSpc>
                <a:spcPct val="100000"/>
              </a:lnSpc>
              <a:spcBef>
                <a:spcPts val="1305"/>
              </a:spcBef>
            </a:pPr>
            <a:r>
              <a:rPr dirty="0" sz="1250" spc="-110" b="1">
                <a:latin typeface="Comic Sans MS"/>
                <a:cs typeface="Comic Sans MS"/>
              </a:rPr>
              <a:t>W</a:t>
            </a:r>
            <a:r>
              <a:rPr dirty="0" sz="1350" spc="-110" b="1">
                <a:latin typeface="Comic Sans MS"/>
                <a:cs typeface="Comic Sans MS"/>
              </a:rPr>
              <a:t>eek</a:t>
            </a:r>
            <a:r>
              <a:rPr dirty="0" sz="1350" spc="-330" b="1">
                <a:latin typeface="Comic Sans MS"/>
                <a:cs typeface="Comic Sans MS"/>
              </a:rPr>
              <a:t> </a:t>
            </a:r>
            <a:r>
              <a:rPr dirty="0" sz="1300" spc="-145" b="1">
                <a:latin typeface="Comic Sans MS"/>
                <a:cs typeface="Comic Sans MS"/>
              </a:rPr>
              <a:t>1</a:t>
            </a:r>
            <a:r>
              <a:rPr dirty="0" sz="1300" spc="-145">
                <a:latin typeface="Comic Sans MS"/>
                <a:cs typeface="Comic Sans MS"/>
              </a:rPr>
              <a:t>: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05">
                <a:latin typeface="Comic Sans MS"/>
                <a:cs typeface="Comic Sans MS"/>
              </a:rPr>
              <a:t>All-</a:t>
            </a:r>
            <a:r>
              <a:rPr dirty="0" sz="1300" spc="-55">
                <a:latin typeface="Comic Sans MS"/>
                <a:cs typeface="Comic Sans MS"/>
              </a:rPr>
              <a:t>hands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55">
                <a:latin typeface="Comic Sans MS"/>
                <a:cs typeface="Comic Sans MS"/>
              </a:rPr>
              <a:t>announcement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30">
                <a:latin typeface="Comic Sans MS"/>
                <a:cs typeface="Comic Sans MS"/>
              </a:rPr>
              <a:t>of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20">
                <a:latin typeface="Comic Sans MS"/>
                <a:cs typeface="Comic Sans MS"/>
              </a:rPr>
              <a:t>pilot</a:t>
            </a:r>
            <a:endParaRPr sz="1300">
              <a:latin typeface="Comic Sans MS"/>
              <a:cs typeface="Comic Sans MS"/>
            </a:endParaRPr>
          </a:p>
          <a:p>
            <a:pPr marL="279400" marR="970280">
              <a:lnSpc>
                <a:spcPct val="148100"/>
              </a:lnSpc>
              <a:spcBef>
                <a:spcPts val="75"/>
              </a:spcBef>
            </a:pPr>
            <a:r>
              <a:rPr dirty="0" sz="1300" spc="-145" b="1">
                <a:latin typeface="Comic Sans MS"/>
                <a:cs typeface="Comic Sans MS"/>
              </a:rPr>
              <a:t>B</a:t>
            </a:r>
            <a:r>
              <a:rPr dirty="0" sz="1350" spc="-145" b="1">
                <a:latin typeface="Comic Sans MS"/>
                <a:cs typeface="Comic Sans MS"/>
              </a:rPr>
              <a:t>i</a:t>
            </a:r>
            <a:r>
              <a:rPr dirty="0" sz="1300" spc="-145" b="1">
                <a:latin typeface="Comic Sans MS"/>
                <a:cs typeface="Comic Sans MS"/>
              </a:rPr>
              <a:t>-</a:t>
            </a:r>
            <a:r>
              <a:rPr dirty="0" sz="1300" spc="-55" b="1">
                <a:latin typeface="Comic Sans MS"/>
                <a:cs typeface="Comic Sans MS"/>
              </a:rPr>
              <a:t>w</a:t>
            </a:r>
            <a:r>
              <a:rPr dirty="0" sz="1350" spc="-55" b="1">
                <a:latin typeface="Comic Sans MS"/>
                <a:cs typeface="Comic Sans MS"/>
              </a:rPr>
              <a:t>eek</a:t>
            </a:r>
            <a:r>
              <a:rPr dirty="0" sz="1300" spc="-55" b="1">
                <a:latin typeface="Comic Sans MS"/>
                <a:cs typeface="Comic Sans MS"/>
              </a:rPr>
              <a:t>ly</a:t>
            </a:r>
            <a:r>
              <a:rPr dirty="0" sz="1300" spc="-55">
                <a:latin typeface="Comic Sans MS"/>
                <a:cs typeface="Comic Sans MS"/>
              </a:rPr>
              <a:t>: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85">
                <a:latin typeface="Comic Sans MS"/>
                <a:cs typeface="Comic Sans MS"/>
              </a:rPr>
              <a:t>Progress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75">
                <a:latin typeface="Comic Sans MS"/>
                <a:cs typeface="Comic Sans MS"/>
              </a:rPr>
              <a:t>updates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to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70">
                <a:latin typeface="Comic Sans MS"/>
                <a:cs typeface="Comic Sans MS"/>
              </a:rPr>
              <a:t>all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229">
                <a:latin typeface="Comic Sans MS"/>
                <a:cs typeface="Comic Sans MS"/>
              </a:rPr>
              <a:t>QA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35">
                <a:latin typeface="Comic Sans MS"/>
                <a:cs typeface="Comic Sans MS"/>
              </a:rPr>
              <a:t>teams </a:t>
            </a:r>
            <a:r>
              <a:rPr dirty="0" sz="1300" spc="-60" b="1">
                <a:latin typeface="Comic Sans MS"/>
                <a:cs typeface="Comic Sans MS"/>
              </a:rPr>
              <a:t>Mont</a:t>
            </a:r>
            <a:r>
              <a:rPr dirty="0" sz="1350" spc="-60" b="1">
                <a:latin typeface="Comic Sans MS"/>
                <a:cs typeface="Comic Sans MS"/>
              </a:rPr>
              <a:t>h</a:t>
            </a:r>
            <a:r>
              <a:rPr dirty="0" sz="1300" spc="-60" b="1">
                <a:latin typeface="Comic Sans MS"/>
                <a:cs typeface="Comic Sans MS"/>
              </a:rPr>
              <a:t>ly</a:t>
            </a:r>
            <a:r>
              <a:rPr dirty="0" sz="1300" spc="-60">
                <a:latin typeface="Comic Sans MS"/>
                <a:cs typeface="Comic Sans MS"/>
              </a:rPr>
              <a:t>: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Executive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briefings</a:t>
            </a:r>
            <a:endParaRPr sz="1300">
              <a:latin typeface="Comic Sans MS"/>
              <a:cs typeface="Comic Sans MS"/>
            </a:endParaRPr>
          </a:p>
          <a:p>
            <a:pPr marL="279400">
              <a:lnSpc>
                <a:spcPct val="100000"/>
              </a:lnSpc>
              <a:spcBef>
                <a:spcPts val="855"/>
              </a:spcBef>
            </a:pPr>
            <a:r>
              <a:rPr dirty="0" sz="1300" spc="-10" b="1">
                <a:latin typeface="Comic Sans MS"/>
                <a:cs typeface="Comic Sans MS"/>
              </a:rPr>
              <a:t>Cont</a:t>
            </a:r>
            <a:r>
              <a:rPr dirty="0" sz="1350" spc="-10" b="1">
                <a:latin typeface="Comic Sans MS"/>
                <a:cs typeface="Comic Sans MS"/>
              </a:rPr>
              <a:t>i</a:t>
            </a:r>
            <a:r>
              <a:rPr dirty="0" sz="1300" spc="-10" b="1">
                <a:latin typeface="Comic Sans MS"/>
                <a:cs typeface="Comic Sans MS"/>
              </a:rPr>
              <a:t>nuous</a:t>
            </a:r>
            <a:r>
              <a:rPr dirty="0" sz="1300" spc="-10">
                <a:latin typeface="Comic Sans MS"/>
                <a:cs typeface="Comic Sans MS"/>
              </a:rPr>
              <a:t>:</a:t>
            </a:r>
            <a:r>
              <a:rPr dirty="0" sz="1300" spc="-95">
                <a:latin typeface="Comic Sans MS"/>
                <a:cs typeface="Comic Sans MS"/>
              </a:rPr>
              <a:t> Slack </a:t>
            </a:r>
            <a:r>
              <a:rPr dirty="0" sz="1300" spc="-60">
                <a:latin typeface="Comic Sans MS"/>
                <a:cs typeface="Comic Sans MS"/>
              </a:rPr>
              <a:t>channel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70">
                <a:latin typeface="Comic Sans MS"/>
                <a:cs typeface="Comic Sans MS"/>
              </a:rPr>
              <a:t>for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70">
                <a:latin typeface="Comic Sans MS"/>
                <a:cs typeface="Comic Sans MS"/>
              </a:rPr>
              <a:t>questions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40">
                <a:latin typeface="Comic Sans MS"/>
                <a:cs typeface="Comic Sans MS"/>
              </a:rPr>
              <a:t>and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updates</a:t>
            </a:r>
            <a:endParaRPr sz="13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dirty="0" sz="1250" spc="-70" b="1">
                <a:latin typeface="Comic Sans MS"/>
                <a:cs typeface="Comic Sans MS"/>
              </a:rPr>
              <a:t>T</a:t>
            </a:r>
            <a:r>
              <a:rPr dirty="0" sz="1300" spc="-70" b="1">
                <a:latin typeface="Comic Sans MS"/>
                <a:cs typeface="Comic Sans MS"/>
              </a:rPr>
              <a:t>r</a:t>
            </a:r>
            <a:r>
              <a:rPr dirty="0" sz="1350" spc="-70" b="1">
                <a:latin typeface="Comic Sans MS"/>
                <a:cs typeface="Comic Sans MS"/>
              </a:rPr>
              <a:t>ai</a:t>
            </a:r>
            <a:r>
              <a:rPr dirty="0" sz="1300" spc="-70" b="1">
                <a:latin typeface="Comic Sans MS"/>
                <a:cs typeface="Comic Sans MS"/>
              </a:rPr>
              <a:t>n</a:t>
            </a:r>
            <a:r>
              <a:rPr dirty="0" sz="1350" spc="-70" b="1">
                <a:latin typeface="Comic Sans MS"/>
                <a:cs typeface="Comic Sans MS"/>
              </a:rPr>
              <a:t>i</a:t>
            </a:r>
            <a:r>
              <a:rPr dirty="0" sz="1300" spc="-70" b="1">
                <a:latin typeface="Comic Sans MS"/>
                <a:cs typeface="Comic Sans MS"/>
              </a:rPr>
              <a:t>n</a:t>
            </a:r>
            <a:r>
              <a:rPr dirty="0" sz="1350" spc="-70" b="1">
                <a:latin typeface="Comic Sans MS"/>
                <a:cs typeface="Comic Sans MS"/>
              </a:rPr>
              <a:t>g</a:t>
            </a:r>
            <a:r>
              <a:rPr dirty="0" sz="1350" spc="-310" b="1">
                <a:latin typeface="Comic Sans MS"/>
                <a:cs typeface="Comic Sans MS"/>
              </a:rPr>
              <a:t> </a:t>
            </a:r>
            <a:r>
              <a:rPr dirty="0" sz="1300" spc="-20" b="1">
                <a:latin typeface="Comic Sans MS"/>
                <a:cs typeface="Comic Sans MS"/>
              </a:rPr>
              <a:t>Pl</a:t>
            </a:r>
            <a:r>
              <a:rPr dirty="0" sz="1350" spc="-20" b="1">
                <a:latin typeface="Comic Sans MS"/>
                <a:cs typeface="Comic Sans MS"/>
              </a:rPr>
              <a:t>a</a:t>
            </a:r>
            <a:r>
              <a:rPr dirty="0" sz="1300" spc="-20" b="1">
                <a:latin typeface="Comic Sans MS"/>
                <a:cs typeface="Comic Sans MS"/>
              </a:rPr>
              <a:t>n</a:t>
            </a:r>
            <a:endParaRPr sz="1300">
              <a:latin typeface="Comic Sans MS"/>
              <a:cs typeface="Comic Sans MS"/>
            </a:endParaRPr>
          </a:p>
          <a:p>
            <a:pPr marL="279400" marR="857250">
              <a:lnSpc>
                <a:spcPct val="149700"/>
              </a:lnSpc>
              <a:spcBef>
                <a:spcPts val="500"/>
              </a:spcBef>
            </a:pPr>
            <a:r>
              <a:rPr dirty="0" sz="1300" spc="-55" b="1">
                <a:latin typeface="Comic Sans MS"/>
                <a:cs typeface="Comic Sans MS"/>
              </a:rPr>
              <a:t>Mont</a:t>
            </a:r>
            <a:r>
              <a:rPr dirty="0" sz="1350" spc="-55" b="1">
                <a:latin typeface="Comic Sans MS"/>
                <a:cs typeface="Comic Sans MS"/>
              </a:rPr>
              <a:t>h</a:t>
            </a:r>
            <a:r>
              <a:rPr dirty="0" sz="1350" spc="-330" b="1">
                <a:latin typeface="Comic Sans MS"/>
                <a:cs typeface="Comic Sans MS"/>
              </a:rPr>
              <a:t> </a:t>
            </a:r>
            <a:r>
              <a:rPr dirty="0" sz="1300" spc="-145" b="1">
                <a:latin typeface="Comic Sans MS"/>
                <a:cs typeface="Comic Sans MS"/>
              </a:rPr>
              <a:t>1</a:t>
            </a:r>
            <a:r>
              <a:rPr dirty="0" sz="1300" spc="-145">
                <a:latin typeface="Comic Sans MS"/>
                <a:cs typeface="Comic Sans MS"/>
              </a:rPr>
              <a:t>: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Observability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85">
                <a:latin typeface="Comic Sans MS"/>
                <a:cs typeface="Comic Sans MS"/>
              </a:rPr>
              <a:t>fundamentals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70">
                <a:latin typeface="Comic Sans MS"/>
                <a:cs typeface="Comic Sans MS"/>
              </a:rPr>
              <a:t>for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70">
                <a:latin typeface="Comic Sans MS"/>
                <a:cs typeface="Comic Sans MS"/>
              </a:rPr>
              <a:t>all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QA </a:t>
            </a:r>
            <a:r>
              <a:rPr dirty="0" sz="1300" spc="-55" b="1">
                <a:latin typeface="Comic Sans MS"/>
                <a:cs typeface="Comic Sans MS"/>
              </a:rPr>
              <a:t>Mont</a:t>
            </a:r>
            <a:r>
              <a:rPr dirty="0" sz="1350" spc="-55" b="1">
                <a:latin typeface="Comic Sans MS"/>
                <a:cs typeface="Comic Sans MS"/>
              </a:rPr>
              <a:t>h</a:t>
            </a:r>
            <a:r>
              <a:rPr dirty="0" sz="1350" spc="-320" b="1">
                <a:latin typeface="Comic Sans MS"/>
                <a:cs typeface="Comic Sans MS"/>
              </a:rPr>
              <a:t> </a:t>
            </a:r>
            <a:r>
              <a:rPr dirty="0" sz="1300" spc="-65" b="1">
                <a:latin typeface="Comic Sans MS"/>
                <a:cs typeface="Comic Sans MS"/>
              </a:rPr>
              <a:t>2</a:t>
            </a:r>
            <a:r>
              <a:rPr dirty="0" sz="1300" spc="-65">
                <a:latin typeface="Comic Sans MS"/>
                <a:cs typeface="Comic Sans MS"/>
              </a:rPr>
              <a:t>: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250" spc="-90">
                <a:latin typeface="Comic Sans MS"/>
                <a:cs typeface="Comic Sans MS"/>
              </a:rPr>
              <a:t>T</a:t>
            </a:r>
            <a:r>
              <a:rPr dirty="0" sz="1300" spc="-90">
                <a:latin typeface="Comic Sans MS"/>
                <a:cs typeface="Comic Sans MS"/>
              </a:rPr>
              <a:t>ool-specific </a:t>
            </a:r>
            <a:r>
              <a:rPr dirty="0" sz="1300" spc="-100">
                <a:latin typeface="Comic Sans MS"/>
                <a:cs typeface="Comic Sans MS"/>
              </a:rPr>
              <a:t>training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70">
                <a:latin typeface="Comic Sans MS"/>
                <a:cs typeface="Comic Sans MS"/>
              </a:rPr>
              <a:t>for</a:t>
            </a:r>
            <a:r>
              <a:rPr dirty="0" sz="1300" spc="-90">
                <a:latin typeface="Comic Sans MS"/>
                <a:cs typeface="Comic Sans MS"/>
              </a:rPr>
              <a:t> pilot </a:t>
            </a:r>
            <a:r>
              <a:rPr dirty="0" sz="1300" spc="-20">
                <a:latin typeface="Comic Sans MS"/>
                <a:cs typeface="Comic Sans MS"/>
              </a:rPr>
              <a:t>team </a:t>
            </a:r>
            <a:r>
              <a:rPr dirty="0" sz="1300" spc="-55" b="1">
                <a:latin typeface="Comic Sans MS"/>
                <a:cs typeface="Comic Sans MS"/>
              </a:rPr>
              <a:t>Mont</a:t>
            </a:r>
            <a:r>
              <a:rPr dirty="0" sz="1350" spc="-55" b="1">
                <a:latin typeface="Comic Sans MS"/>
                <a:cs typeface="Comic Sans MS"/>
              </a:rPr>
              <a:t>h</a:t>
            </a:r>
            <a:r>
              <a:rPr dirty="0" sz="1350" spc="-345" b="1">
                <a:latin typeface="Comic Sans MS"/>
                <a:cs typeface="Comic Sans MS"/>
              </a:rPr>
              <a:t> </a:t>
            </a:r>
            <a:r>
              <a:rPr dirty="0" sz="1300" spc="-50" b="1">
                <a:latin typeface="Comic Sans MS"/>
                <a:cs typeface="Comic Sans MS"/>
              </a:rPr>
              <a:t>3</a:t>
            </a:r>
            <a:r>
              <a:rPr dirty="0" sz="1300" spc="-50">
                <a:latin typeface="Comic Sans MS"/>
                <a:cs typeface="Comic Sans MS"/>
              </a:rPr>
              <a:t>:</a:t>
            </a:r>
            <a:r>
              <a:rPr dirty="0" sz="1300" spc="-114">
                <a:latin typeface="Comic Sans MS"/>
                <a:cs typeface="Comic Sans MS"/>
              </a:rPr>
              <a:t> </a:t>
            </a:r>
            <a:r>
              <a:rPr dirty="0" sz="1300" spc="-105">
                <a:latin typeface="Comic Sans MS"/>
                <a:cs typeface="Comic Sans MS"/>
              </a:rPr>
              <a:t>ML</a:t>
            </a:r>
            <a:r>
              <a:rPr dirty="0" sz="1300" spc="-114">
                <a:latin typeface="Comic Sans MS"/>
                <a:cs typeface="Comic Sans MS"/>
              </a:rPr>
              <a:t> </a:t>
            </a:r>
            <a:r>
              <a:rPr dirty="0" sz="1300" spc="-65">
                <a:latin typeface="Comic Sans MS"/>
                <a:cs typeface="Comic Sans MS"/>
              </a:rPr>
              <a:t>basics</a:t>
            </a:r>
            <a:r>
              <a:rPr dirty="0" sz="1300" spc="-114">
                <a:latin typeface="Comic Sans MS"/>
                <a:cs typeface="Comic Sans MS"/>
              </a:rPr>
              <a:t> </a:t>
            </a:r>
            <a:r>
              <a:rPr dirty="0" sz="1300" spc="-170">
                <a:latin typeface="Comic Sans MS"/>
                <a:cs typeface="Comic Sans MS"/>
              </a:rPr>
              <a:t>for</a:t>
            </a:r>
            <a:r>
              <a:rPr dirty="0" sz="1300" spc="-114">
                <a:latin typeface="Comic Sans MS"/>
                <a:cs typeface="Comic Sans MS"/>
              </a:rPr>
              <a:t> </a:t>
            </a:r>
            <a:r>
              <a:rPr dirty="0" sz="1300" spc="-75">
                <a:latin typeface="Comic Sans MS"/>
                <a:cs typeface="Comic Sans MS"/>
              </a:rPr>
              <a:t>quality</a:t>
            </a:r>
            <a:r>
              <a:rPr dirty="0" sz="1300" spc="-114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assurance </a:t>
            </a:r>
            <a:r>
              <a:rPr dirty="0" sz="1300" spc="-30" b="1">
                <a:latin typeface="Comic Sans MS"/>
                <a:cs typeface="Comic Sans MS"/>
              </a:rPr>
              <a:t>On</a:t>
            </a:r>
            <a:r>
              <a:rPr dirty="0" sz="1350" spc="-30" b="1">
                <a:latin typeface="Comic Sans MS"/>
                <a:cs typeface="Comic Sans MS"/>
              </a:rPr>
              <a:t>g</a:t>
            </a:r>
            <a:r>
              <a:rPr dirty="0" sz="1300" spc="-30" b="1">
                <a:latin typeface="Comic Sans MS"/>
                <a:cs typeface="Comic Sans MS"/>
              </a:rPr>
              <a:t>o</a:t>
            </a:r>
            <a:r>
              <a:rPr dirty="0" sz="1350" spc="-30" b="1">
                <a:latin typeface="Comic Sans MS"/>
                <a:cs typeface="Comic Sans MS"/>
              </a:rPr>
              <a:t>i</a:t>
            </a:r>
            <a:r>
              <a:rPr dirty="0" sz="1300" spc="-30" b="1">
                <a:latin typeface="Comic Sans MS"/>
                <a:cs typeface="Comic Sans MS"/>
              </a:rPr>
              <a:t>n</a:t>
            </a:r>
            <a:r>
              <a:rPr dirty="0" sz="1350" spc="-30" b="1">
                <a:latin typeface="Comic Sans MS"/>
                <a:cs typeface="Comic Sans MS"/>
              </a:rPr>
              <a:t>g</a:t>
            </a:r>
            <a:r>
              <a:rPr dirty="0" sz="1300" spc="-30">
                <a:latin typeface="Comic Sans MS"/>
                <a:cs typeface="Comic Sans MS"/>
              </a:rPr>
              <a:t>:</a:t>
            </a:r>
            <a:r>
              <a:rPr dirty="0" sz="1300" spc="-50">
                <a:latin typeface="Comic Sans MS"/>
                <a:cs typeface="Comic Sans MS"/>
              </a:rPr>
              <a:t> </a:t>
            </a:r>
            <a:r>
              <a:rPr dirty="0" sz="1300" spc="-55">
                <a:latin typeface="Comic Sans MS"/>
                <a:cs typeface="Comic Sans MS"/>
              </a:rPr>
              <a:t>Lunch-</a:t>
            </a:r>
            <a:r>
              <a:rPr dirty="0" sz="1300" spc="-50">
                <a:latin typeface="Comic Sans MS"/>
                <a:cs typeface="Comic Sans MS"/>
              </a:rPr>
              <a:t>and-</a:t>
            </a:r>
            <a:r>
              <a:rPr dirty="0" sz="1300" spc="-90">
                <a:latin typeface="Comic Sans MS"/>
                <a:cs typeface="Comic Sans MS"/>
              </a:rPr>
              <a:t>learn</a:t>
            </a:r>
            <a:r>
              <a:rPr dirty="0" sz="1300" spc="-50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sessions</a:t>
            </a:r>
            <a:endParaRPr sz="13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</a:pPr>
            <a:r>
              <a:rPr dirty="0" sz="1300" spc="-90" b="1">
                <a:latin typeface="Comic Sans MS"/>
                <a:cs typeface="Comic Sans MS"/>
              </a:rPr>
              <a:t>St</a:t>
            </a:r>
            <a:r>
              <a:rPr dirty="0" sz="1350" spc="-90" b="1">
                <a:latin typeface="Comic Sans MS"/>
                <a:cs typeface="Comic Sans MS"/>
              </a:rPr>
              <a:t>akeh</a:t>
            </a:r>
            <a:r>
              <a:rPr dirty="0" sz="1300" spc="-90" b="1">
                <a:latin typeface="Comic Sans MS"/>
                <a:cs typeface="Comic Sans MS"/>
              </a:rPr>
              <a:t>ol</a:t>
            </a:r>
            <a:r>
              <a:rPr dirty="0" sz="1350" spc="-90" b="1">
                <a:latin typeface="Comic Sans MS"/>
                <a:cs typeface="Comic Sans MS"/>
              </a:rPr>
              <a:t>de</a:t>
            </a:r>
            <a:r>
              <a:rPr dirty="0" sz="1300" spc="-90" b="1">
                <a:latin typeface="Comic Sans MS"/>
                <a:cs typeface="Comic Sans MS"/>
              </a:rPr>
              <a:t>r</a:t>
            </a:r>
            <a:r>
              <a:rPr dirty="0" sz="1300" spc="-270" b="1">
                <a:latin typeface="Comic Sans MS"/>
                <a:cs typeface="Comic Sans MS"/>
              </a:rPr>
              <a:t> </a:t>
            </a:r>
            <a:r>
              <a:rPr dirty="0" sz="1300" spc="-10" b="1">
                <a:latin typeface="Comic Sans MS"/>
                <a:cs typeface="Comic Sans MS"/>
              </a:rPr>
              <a:t>En</a:t>
            </a:r>
            <a:r>
              <a:rPr dirty="0" sz="1350" spc="-10" b="1">
                <a:latin typeface="Comic Sans MS"/>
                <a:cs typeface="Comic Sans MS"/>
              </a:rPr>
              <a:t>gage</a:t>
            </a:r>
            <a:r>
              <a:rPr dirty="0" sz="1300" spc="-10" b="1">
                <a:latin typeface="Comic Sans MS"/>
                <a:cs typeface="Comic Sans MS"/>
              </a:rPr>
              <a:t>m</a:t>
            </a:r>
            <a:r>
              <a:rPr dirty="0" sz="1350" spc="-10" b="1">
                <a:latin typeface="Comic Sans MS"/>
                <a:cs typeface="Comic Sans MS"/>
              </a:rPr>
              <a:t>e</a:t>
            </a:r>
            <a:r>
              <a:rPr dirty="0" sz="1300" spc="-10" b="1">
                <a:latin typeface="Comic Sans MS"/>
                <a:cs typeface="Comic Sans MS"/>
              </a:rPr>
              <a:t>nt</a:t>
            </a:r>
            <a:endParaRPr sz="1300">
              <a:latin typeface="Comic Sans MS"/>
              <a:cs typeface="Comic Sans MS"/>
            </a:endParaRPr>
          </a:p>
          <a:p>
            <a:pPr marL="279400" marR="198755">
              <a:lnSpc>
                <a:spcPct val="148100"/>
              </a:lnSpc>
              <a:spcBef>
                <a:spcPts val="530"/>
              </a:spcBef>
            </a:pPr>
            <a:r>
              <a:rPr dirty="0" sz="1300" spc="-45" b="1">
                <a:latin typeface="Comic Sans MS"/>
                <a:cs typeface="Comic Sans MS"/>
              </a:rPr>
              <a:t>D</a:t>
            </a:r>
            <a:r>
              <a:rPr dirty="0" sz="1350" spc="-45" b="1">
                <a:latin typeface="Comic Sans MS"/>
                <a:cs typeface="Comic Sans MS"/>
              </a:rPr>
              <a:t>e</a:t>
            </a:r>
            <a:r>
              <a:rPr dirty="0" sz="1300" spc="-45" b="1">
                <a:latin typeface="Comic Sans MS"/>
                <a:cs typeface="Comic Sans MS"/>
              </a:rPr>
              <a:t>v</a:t>
            </a:r>
            <a:r>
              <a:rPr dirty="0" sz="1350" spc="-45" b="1">
                <a:latin typeface="Comic Sans MS"/>
                <a:cs typeface="Comic Sans MS"/>
              </a:rPr>
              <a:t>e</a:t>
            </a:r>
            <a:r>
              <a:rPr dirty="0" sz="1300" spc="-45" b="1">
                <a:latin typeface="Comic Sans MS"/>
                <a:cs typeface="Comic Sans MS"/>
              </a:rPr>
              <a:t>lopm</a:t>
            </a:r>
            <a:r>
              <a:rPr dirty="0" sz="1350" spc="-45" b="1">
                <a:latin typeface="Comic Sans MS"/>
                <a:cs typeface="Comic Sans MS"/>
              </a:rPr>
              <a:t>e</a:t>
            </a:r>
            <a:r>
              <a:rPr dirty="0" sz="1300" spc="-45" b="1">
                <a:latin typeface="Comic Sans MS"/>
                <a:cs typeface="Comic Sans MS"/>
              </a:rPr>
              <a:t>nt</a:t>
            </a:r>
            <a:r>
              <a:rPr dirty="0" sz="1300" spc="-300" b="1">
                <a:latin typeface="Comic Sans MS"/>
                <a:cs typeface="Comic Sans MS"/>
              </a:rPr>
              <a:t> </a:t>
            </a:r>
            <a:r>
              <a:rPr dirty="0" sz="1250" spc="-75" b="1">
                <a:latin typeface="Comic Sans MS"/>
                <a:cs typeface="Comic Sans MS"/>
              </a:rPr>
              <a:t>T</a:t>
            </a:r>
            <a:r>
              <a:rPr dirty="0" sz="1350" spc="-75" b="1">
                <a:latin typeface="Comic Sans MS"/>
                <a:cs typeface="Comic Sans MS"/>
              </a:rPr>
              <a:t>ea</a:t>
            </a:r>
            <a:r>
              <a:rPr dirty="0" sz="1300" spc="-75" b="1">
                <a:latin typeface="Comic Sans MS"/>
                <a:cs typeface="Comic Sans MS"/>
              </a:rPr>
              <a:t>ms</a:t>
            </a:r>
            <a:r>
              <a:rPr dirty="0" sz="1300" spc="-75">
                <a:latin typeface="Comic Sans MS"/>
                <a:cs typeface="Comic Sans MS"/>
              </a:rPr>
              <a:t>: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250" spc="-110">
                <a:latin typeface="Comic Sans MS"/>
                <a:cs typeface="Comic Sans MS"/>
              </a:rPr>
              <a:t>W</a:t>
            </a:r>
            <a:r>
              <a:rPr dirty="0" sz="1300" spc="-110">
                <a:latin typeface="Comic Sans MS"/>
                <a:cs typeface="Comic Sans MS"/>
              </a:rPr>
              <a:t>eekly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50">
                <a:latin typeface="Comic Sans MS"/>
                <a:cs typeface="Comic Sans MS"/>
              </a:rPr>
              <a:t>sync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>
                <a:latin typeface="Comic Sans MS"/>
                <a:cs typeface="Comic Sans MS"/>
              </a:rPr>
              <a:t>on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105">
                <a:latin typeface="Comic Sans MS"/>
                <a:cs typeface="Comic Sans MS"/>
              </a:rPr>
              <a:t>integration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needs </a:t>
            </a:r>
            <a:r>
              <a:rPr dirty="0" sz="1300" spc="-70" b="1">
                <a:latin typeface="Comic Sans MS"/>
                <a:cs typeface="Comic Sans MS"/>
              </a:rPr>
              <a:t>Op</a:t>
            </a:r>
            <a:r>
              <a:rPr dirty="0" sz="1350" spc="-70" b="1">
                <a:latin typeface="Comic Sans MS"/>
                <a:cs typeface="Comic Sans MS"/>
              </a:rPr>
              <a:t>e</a:t>
            </a:r>
            <a:r>
              <a:rPr dirty="0" sz="1300" spc="-70" b="1">
                <a:latin typeface="Comic Sans MS"/>
                <a:cs typeface="Comic Sans MS"/>
              </a:rPr>
              <a:t>r</a:t>
            </a:r>
            <a:r>
              <a:rPr dirty="0" sz="1350" spc="-70" b="1">
                <a:latin typeface="Comic Sans MS"/>
                <a:cs typeface="Comic Sans MS"/>
              </a:rPr>
              <a:t>a</a:t>
            </a:r>
            <a:r>
              <a:rPr dirty="0" sz="1300" spc="-70" b="1">
                <a:latin typeface="Comic Sans MS"/>
                <a:cs typeface="Comic Sans MS"/>
              </a:rPr>
              <a:t>t</a:t>
            </a:r>
            <a:r>
              <a:rPr dirty="0" sz="1350" spc="-70" b="1">
                <a:latin typeface="Comic Sans MS"/>
                <a:cs typeface="Comic Sans MS"/>
              </a:rPr>
              <a:t>i</a:t>
            </a:r>
            <a:r>
              <a:rPr dirty="0" sz="1300" spc="-70" b="1">
                <a:latin typeface="Comic Sans MS"/>
                <a:cs typeface="Comic Sans MS"/>
              </a:rPr>
              <a:t>ons</a:t>
            </a:r>
            <a:r>
              <a:rPr dirty="0" sz="1300" spc="-70">
                <a:latin typeface="Comic Sans MS"/>
                <a:cs typeface="Comic Sans MS"/>
              </a:rPr>
              <a:t>: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 spc="-85">
                <a:latin typeface="Comic Sans MS"/>
                <a:cs typeface="Comic Sans MS"/>
              </a:rPr>
              <a:t>Bi-</a:t>
            </a:r>
            <a:r>
              <a:rPr dirty="0" sz="1300" spc="-80">
                <a:latin typeface="Comic Sans MS"/>
                <a:cs typeface="Comic Sans MS"/>
              </a:rPr>
              <a:t>weekly</a:t>
            </a:r>
            <a:r>
              <a:rPr dirty="0" sz="1300" spc="-75">
                <a:latin typeface="Comic Sans MS"/>
                <a:cs typeface="Comic Sans MS"/>
              </a:rPr>
              <a:t> alignment</a:t>
            </a:r>
            <a:r>
              <a:rPr dirty="0" sz="1300" spc="-80">
                <a:latin typeface="Comic Sans MS"/>
                <a:cs typeface="Comic Sans MS"/>
              </a:rPr>
              <a:t> </a:t>
            </a:r>
            <a:r>
              <a:rPr dirty="0" sz="1300">
                <a:latin typeface="Comic Sans MS"/>
                <a:cs typeface="Comic Sans MS"/>
              </a:rPr>
              <a:t>on</a:t>
            </a:r>
            <a:r>
              <a:rPr dirty="0" sz="1300" spc="-75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monitoring</a:t>
            </a:r>
            <a:endParaRPr sz="1300">
              <a:latin typeface="Comic Sans MS"/>
              <a:cs typeface="Comic Sans MS"/>
            </a:endParaRPr>
          </a:p>
          <a:p>
            <a:pPr marL="279400" marR="5080">
              <a:lnSpc>
                <a:spcPts val="2480"/>
              </a:lnSpc>
              <a:spcBef>
                <a:spcPts val="145"/>
              </a:spcBef>
            </a:pPr>
            <a:r>
              <a:rPr dirty="0" sz="1300" spc="-40" b="1">
                <a:latin typeface="Comic Sans MS"/>
                <a:cs typeface="Comic Sans MS"/>
              </a:rPr>
              <a:t>Pro</a:t>
            </a:r>
            <a:r>
              <a:rPr dirty="0" sz="1350" spc="-40" b="1">
                <a:latin typeface="Comic Sans MS"/>
                <a:cs typeface="Comic Sans MS"/>
              </a:rPr>
              <a:t>d</a:t>
            </a:r>
            <a:r>
              <a:rPr dirty="0" sz="1300" spc="-40" b="1">
                <a:latin typeface="Comic Sans MS"/>
                <a:cs typeface="Comic Sans MS"/>
              </a:rPr>
              <a:t>u</a:t>
            </a:r>
            <a:r>
              <a:rPr dirty="0" sz="1350" spc="-40" b="1">
                <a:latin typeface="Comic Sans MS"/>
                <a:cs typeface="Comic Sans MS"/>
              </a:rPr>
              <a:t>c</a:t>
            </a:r>
            <a:r>
              <a:rPr dirty="0" sz="1300" spc="-40" b="1">
                <a:latin typeface="Comic Sans MS"/>
                <a:cs typeface="Comic Sans MS"/>
              </a:rPr>
              <a:t>t</a:t>
            </a:r>
            <a:r>
              <a:rPr dirty="0" sz="1300" spc="-305" b="1">
                <a:latin typeface="Comic Sans MS"/>
                <a:cs typeface="Comic Sans MS"/>
              </a:rPr>
              <a:t> </a:t>
            </a:r>
            <a:r>
              <a:rPr dirty="0" sz="1300" spc="-60" b="1">
                <a:latin typeface="Comic Sans MS"/>
                <a:cs typeface="Comic Sans MS"/>
              </a:rPr>
              <a:t>M</a:t>
            </a:r>
            <a:r>
              <a:rPr dirty="0" sz="1350" spc="-60" b="1">
                <a:latin typeface="Comic Sans MS"/>
                <a:cs typeface="Comic Sans MS"/>
              </a:rPr>
              <a:t>a</a:t>
            </a:r>
            <a:r>
              <a:rPr dirty="0" sz="1300" spc="-60" b="1">
                <a:latin typeface="Comic Sans MS"/>
                <a:cs typeface="Comic Sans MS"/>
              </a:rPr>
              <a:t>n</a:t>
            </a:r>
            <a:r>
              <a:rPr dirty="0" sz="1350" spc="-60" b="1">
                <a:latin typeface="Comic Sans MS"/>
                <a:cs typeface="Comic Sans MS"/>
              </a:rPr>
              <a:t>age</a:t>
            </a:r>
            <a:r>
              <a:rPr dirty="0" sz="1300" spc="-60" b="1">
                <a:latin typeface="Comic Sans MS"/>
                <a:cs typeface="Comic Sans MS"/>
              </a:rPr>
              <a:t>m</a:t>
            </a:r>
            <a:r>
              <a:rPr dirty="0" sz="1350" spc="-60" b="1">
                <a:latin typeface="Comic Sans MS"/>
                <a:cs typeface="Comic Sans MS"/>
              </a:rPr>
              <a:t>e</a:t>
            </a:r>
            <a:r>
              <a:rPr dirty="0" sz="1300" spc="-60" b="1">
                <a:latin typeface="Comic Sans MS"/>
                <a:cs typeface="Comic Sans MS"/>
              </a:rPr>
              <a:t>nt</a:t>
            </a:r>
            <a:r>
              <a:rPr dirty="0" sz="1300" spc="-60">
                <a:latin typeface="Comic Sans MS"/>
                <a:cs typeface="Comic Sans MS"/>
              </a:rPr>
              <a:t>:</a:t>
            </a:r>
            <a:r>
              <a:rPr dirty="0" sz="1300" spc="-95">
                <a:latin typeface="Comic Sans MS"/>
                <a:cs typeface="Comic Sans MS"/>
              </a:rPr>
              <a:t> Monthly </a:t>
            </a:r>
            <a:r>
              <a:rPr dirty="0" sz="1300" spc="-75">
                <a:latin typeface="Comic Sans MS"/>
                <a:cs typeface="Comic Sans MS"/>
              </a:rPr>
              <a:t>updates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>
                <a:latin typeface="Comic Sans MS"/>
                <a:cs typeface="Comic Sans MS"/>
              </a:rPr>
              <a:t>on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75">
                <a:latin typeface="Comic Sans MS"/>
                <a:cs typeface="Comic Sans MS"/>
              </a:rPr>
              <a:t>quality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65">
                <a:latin typeface="Comic Sans MS"/>
                <a:cs typeface="Comic Sans MS"/>
              </a:rPr>
              <a:t>metrics </a:t>
            </a:r>
            <a:r>
              <a:rPr dirty="0" sz="1300" spc="-35" b="1">
                <a:latin typeface="Comic Sans MS"/>
                <a:cs typeface="Comic Sans MS"/>
              </a:rPr>
              <a:t>Custom</a:t>
            </a:r>
            <a:r>
              <a:rPr dirty="0" sz="1350" spc="-35" b="1">
                <a:latin typeface="Comic Sans MS"/>
                <a:cs typeface="Comic Sans MS"/>
              </a:rPr>
              <a:t>e</a:t>
            </a:r>
            <a:r>
              <a:rPr dirty="0" sz="1300" spc="-35" b="1">
                <a:latin typeface="Comic Sans MS"/>
                <a:cs typeface="Comic Sans MS"/>
              </a:rPr>
              <a:t>r</a:t>
            </a:r>
            <a:r>
              <a:rPr dirty="0" sz="1300" spc="-305" b="1">
                <a:latin typeface="Comic Sans MS"/>
                <a:cs typeface="Comic Sans MS"/>
              </a:rPr>
              <a:t> </a:t>
            </a:r>
            <a:r>
              <a:rPr dirty="0" sz="1300" spc="-50" b="1">
                <a:latin typeface="Comic Sans MS"/>
                <a:cs typeface="Comic Sans MS"/>
              </a:rPr>
              <a:t>Support</a:t>
            </a:r>
            <a:r>
              <a:rPr dirty="0" sz="1300" spc="-50">
                <a:latin typeface="Comic Sans MS"/>
                <a:cs typeface="Comic Sans MS"/>
              </a:rPr>
              <a:t>: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80">
                <a:latin typeface="Comic Sans MS"/>
                <a:cs typeface="Comic Sans MS"/>
              </a:rPr>
              <a:t>Regular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05">
                <a:latin typeface="Comic Sans MS"/>
                <a:cs typeface="Comic Sans MS"/>
              </a:rPr>
              <a:t>feedback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>
                <a:latin typeface="Comic Sans MS"/>
                <a:cs typeface="Comic Sans MS"/>
              </a:rPr>
              <a:t>on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65">
                <a:latin typeface="Comic Sans MS"/>
                <a:cs typeface="Comic Sans MS"/>
              </a:rPr>
              <a:t>issue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patterns</a:t>
            </a:r>
            <a:endParaRPr sz="13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dirty="0" sz="1450" spc="-80" b="1">
                <a:latin typeface="Gill Sans MT"/>
                <a:cs typeface="Gill Sans MT"/>
              </a:rPr>
              <a:t>P</a:t>
            </a:r>
            <a:r>
              <a:rPr dirty="0" sz="1450" spc="-80" b="1">
                <a:latin typeface="Trebuchet MS"/>
                <a:cs typeface="Trebuchet MS"/>
              </a:rPr>
              <a:t>ost</a:t>
            </a:r>
            <a:r>
              <a:rPr dirty="0" sz="1600" spc="-80" b="1">
                <a:latin typeface="Verdana"/>
                <a:cs typeface="Verdana"/>
              </a:rPr>
              <a:t>-</a:t>
            </a:r>
            <a:r>
              <a:rPr dirty="0" sz="1450" spc="-80" b="1">
                <a:latin typeface="Gill Sans MT"/>
                <a:cs typeface="Gill Sans MT"/>
              </a:rPr>
              <a:t>P</a:t>
            </a:r>
            <a:r>
              <a:rPr dirty="0" sz="1550" spc="-80" b="1">
                <a:latin typeface="Gill Sans MT"/>
                <a:cs typeface="Gill Sans MT"/>
              </a:rPr>
              <a:t>i</a:t>
            </a:r>
            <a:r>
              <a:rPr dirty="0" sz="1450" spc="-80" b="1">
                <a:latin typeface="Trebuchet MS"/>
                <a:cs typeface="Trebuchet MS"/>
              </a:rPr>
              <a:t>lot</a:t>
            </a:r>
            <a:r>
              <a:rPr dirty="0" sz="1450" spc="-130" b="1">
                <a:latin typeface="Trebuchet MS"/>
                <a:cs typeface="Trebuchet MS"/>
              </a:rPr>
              <a:t> </a:t>
            </a:r>
            <a:r>
              <a:rPr dirty="0" sz="1450" spc="-65" b="1">
                <a:latin typeface="Gill Sans MT"/>
                <a:cs typeface="Gill Sans MT"/>
              </a:rPr>
              <a:t>E</a:t>
            </a:r>
            <a:r>
              <a:rPr dirty="0" sz="1450" spc="-65" b="1">
                <a:latin typeface="Trebuchet MS"/>
                <a:cs typeface="Trebuchet MS"/>
              </a:rPr>
              <a:t>xp</a:t>
            </a:r>
            <a:r>
              <a:rPr dirty="0" sz="1550" spc="-65" b="1">
                <a:latin typeface="Gill Sans MT"/>
                <a:cs typeface="Gill Sans MT"/>
              </a:rPr>
              <a:t>a</a:t>
            </a:r>
            <a:r>
              <a:rPr dirty="0" sz="1450" spc="-65" b="1">
                <a:latin typeface="Trebuchet MS"/>
                <a:cs typeface="Trebuchet MS"/>
              </a:rPr>
              <a:t>ns</a:t>
            </a:r>
            <a:r>
              <a:rPr dirty="0" sz="1550" spc="-65" b="1">
                <a:latin typeface="Gill Sans MT"/>
                <a:cs typeface="Gill Sans MT"/>
              </a:rPr>
              <a:t>i</a:t>
            </a:r>
            <a:r>
              <a:rPr dirty="0" sz="1450" spc="-65" b="1">
                <a:latin typeface="Trebuchet MS"/>
                <a:cs typeface="Trebuchet MS"/>
              </a:rPr>
              <a:t>on</a:t>
            </a:r>
            <a:r>
              <a:rPr dirty="0" sz="1450" spc="-125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Gill Sans MT"/>
                <a:cs typeface="Gill Sans MT"/>
              </a:rPr>
              <a:t>P</a:t>
            </a:r>
            <a:r>
              <a:rPr dirty="0" sz="1450" spc="-20" b="1">
                <a:latin typeface="Trebuchet MS"/>
                <a:cs typeface="Trebuchet MS"/>
              </a:rPr>
              <a:t>l</a:t>
            </a:r>
            <a:r>
              <a:rPr dirty="0" sz="1550" spc="-20" b="1">
                <a:latin typeface="Gill Sans MT"/>
                <a:cs typeface="Gill Sans MT"/>
              </a:rPr>
              <a:t>a</a:t>
            </a:r>
            <a:r>
              <a:rPr dirty="0" sz="1450" spc="-20" b="1">
                <a:latin typeface="Trebuchet MS"/>
                <a:cs typeface="Trebuchet MS"/>
              </a:rPr>
              <a:t>n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57200" y="261000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57200" y="292432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57200" y="322912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57200" y="354345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53"/>
                </a:lnTo>
                <a:lnTo>
                  <a:pt x="0" y="26955"/>
                </a:lnTo>
                <a:lnTo>
                  <a:pt x="0" y="20669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69"/>
                </a:lnTo>
                <a:lnTo>
                  <a:pt x="47625" y="23812"/>
                </a:lnTo>
                <a:lnTo>
                  <a:pt x="47625" y="26955"/>
                </a:lnTo>
                <a:lnTo>
                  <a:pt x="30007" y="47053"/>
                </a:lnTo>
                <a:lnTo>
                  <a:pt x="2697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337632" y="327250"/>
            <a:ext cx="6815455" cy="5244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00" spc="-80" b="1">
                <a:latin typeface="Comic Sans MS"/>
                <a:cs typeface="Comic Sans MS"/>
              </a:rPr>
              <a:t>Post-</a:t>
            </a:r>
            <a:r>
              <a:rPr dirty="0" sz="1300" spc="-40" b="1">
                <a:latin typeface="Comic Sans MS"/>
                <a:cs typeface="Comic Sans MS"/>
              </a:rPr>
              <a:t>P</a:t>
            </a:r>
            <a:r>
              <a:rPr dirty="0" sz="1350" spc="-40" b="1">
                <a:latin typeface="Comic Sans MS"/>
                <a:cs typeface="Comic Sans MS"/>
              </a:rPr>
              <a:t>i</a:t>
            </a:r>
            <a:r>
              <a:rPr dirty="0" sz="1300" spc="-40" b="1">
                <a:latin typeface="Comic Sans MS"/>
                <a:cs typeface="Comic Sans MS"/>
              </a:rPr>
              <a:t>lot</a:t>
            </a:r>
            <a:r>
              <a:rPr dirty="0" sz="1300" spc="-275" b="1">
                <a:latin typeface="Comic Sans MS"/>
                <a:cs typeface="Comic Sans MS"/>
              </a:rPr>
              <a:t> </a:t>
            </a:r>
            <a:r>
              <a:rPr dirty="0" sz="1300" spc="-35" b="1">
                <a:latin typeface="Comic Sans MS"/>
                <a:cs typeface="Comic Sans MS"/>
              </a:rPr>
              <a:t>Exp</a:t>
            </a:r>
            <a:r>
              <a:rPr dirty="0" sz="1350" spc="-35" b="1">
                <a:latin typeface="Comic Sans MS"/>
                <a:cs typeface="Comic Sans MS"/>
              </a:rPr>
              <a:t>a</a:t>
            </a:r>
            <a:r>
              <a:rPr dirty="0" sz="1300" spc="-35" b="1">
                <a:latin typeface="Comic Sans MS"/>
                <a:cs typeface="Comic Sans MS"/>
              </a:rPr>
              <a:t>ns</a:t>
            </a:r>
            <a:r>
              <a:rPr dirty="0" sz="1350" spc="-35" b="1">
                <a:latin typeface="Comic Sans MS"/>
                <a:cs typeface="Comic Sans MS"/>
              </a:rPr>
              <a:t>i</a:t>
            </a:r>
            <a:r>
              <a:rPr dirty="0" sz="1300" spc="-35" b="1">
                <a:latin typeface="Comic Sans MS"/>
                <a:cs typeface="Comic Sans MS"/>
              </a:rPr>
              <a:t>on</a:t>
            </a:r>
            <a:r>
              <a:rPr dirty="0" sz="1300" spc="-275" b="1">
                <a:latin typeface="Comic Sans MS"/>
                <a:cs typeface="Comic Sans MS"/>
              </a:rPr>
              <a:t> </a:t>
            </a:r>
            <a:r>
              <a:rPr dirty="0" sz="1300" spc="-20" b="1">
                <a:latin typeface="Comic Sans MS"/>
                <a:cs typeface="Comic Sans MS"/>
              </a:rPr>
              <a:t>Pl</a:t>
            </a:r>
            <a:r>
              <a:rPr dirty="0" sz="1350" spc="-20" b="1">
                <a:latin typeface="Comic Sans MS"/>
                <a:cs typeface="Comic Sans MS"/>
              </a:rPr>
              <a:t>a</a:t>
            </a:r>
            <a:r>
              <a:rPr dirty="0" sz="1300" spc="-20" b="1">
                <a:latin typeface="Comic Sans MS"/>
                <a:cs typeface="Comic Sans MS"/>
              </a:rPr>
              <a:t>n</a:t>
            </a:r>
            <a:endParaRPr sz="13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dirty="0" sz="1300" spc="-95" b="1">
                <a:latin typeface="Comic Sans MS"/>
                <a:cs typeface="Comic Sans MS"/>
              </a:rPr>
              <a:t>Imm</a:t>
            </a:r>
            <a:r>
              <a:rPr dirty="0" sz="1350" spc="-95" b="1">
                <a:latin typeface="Comic Sans MS"/>
                <a:cs typeface="Comic Sans MS"/>
              </a:rPr>
              <a:t>edia</a:t>
            </a:r>
            <a:r>
              <a:rPr dirty="0" sz="1300" spc="-95" b="1">
                <a:latin typeface="Comic Sans MS"/>
                <a:cs typeface="Comic Sans MS"/>
              </a:rPr>
              <a:t>t</a:t>
            </a:r>
            <a:r>
              <a:rPr dirty="0" sz="1350" spc="-95" b="1">
                <a:latin typeface="Comic Sans MS"/>
                <a:cs typeface="Comic Sans MS"/>
              </a:rPr>
              <a:t>e</a:t>
            </a:r>
            <a:r>
              <a:rPr dirty="0" sz="1350" spc="-330" b="1">
                <a:latin typeface="Comic Sans MS"/>
                <a:cs typeface="Comic Sans MS"/>
              </a:rPr>
              <a:t> </a:t>
            </a:r>
            <a:r>
              <a:rPr dirty="0" sz="1300" spc="-140" b="1">
                <a:latin typeface="Comic Sans MS"/>
                <a:cs typeface="Comic Sans MS"/>
              </a:rPr>
              <a:t>N</a:t>
            </a:r>
            <a:r>
              <a:rPr dirty="0" sz="1350" spc="-140" b="1">
                <a:latin typeface="Comic Sans MS"/>
                <a:cs typeface="Comic Sans MS"/>
              </a:rPr>
              <a:t>e</a:t>
            </a:r>
            <a:r>
              <a:rPr dirty="0" sz="1300" spc="-140" b="1">
                <a:latin typeface="Comic Sans MS"/>
                <a:cs typeface="Comic Sans MS"/>
              </a:rPr>
              <a:t>xt</a:t>
            </a:r>
            <a:r>
              <a:rPr dirty="0" sz="1300" spc="-305" b="1">
                <a:latin typeface="Comic Sans MS"/>
                <a:cs typeface="Comic Sans MS"/>
              </a:rPr>
              <a:t> </a:t>
            </a:r>
            <a:r>
              <a:rPr dirty="0" sz="1300" spc="-70" b="1">
                <a:latin typeface="Comic Sans MS"/>
                <a:cs typeface="Comic Sans MS"/>
              </a:rPr>
              <a:t>St</a:t>
            </a:r>
            <a:r>
              <a:rPr dirty="0" sz="1350" spc="-70" b="1">
                <a:latin typeface="Comic Sans MS"/>
                <a:cs typeface="Comic Sans MS"/>
              </a:rPr>
              <a:t>e</a:t>
            </a:r>
            <a:r>
              <a:rPr dirty="0" sz="1300" spc="-70" b="1">
                <a:latin typeface="Comic Sans MS"/>
                <a:cs typeface="Comic Sans MS"/>
              </a:rPr>
              <a:t>ps</a:t>
            </a:r>
            <a:r>
              <a:rPr dirty="0" sz="1300" spc="-310" b="1">
                <a:latin typeface="Comic Sans MS"/>
                <a:cs typeface="Comic Sans MS"/>
              </a:rPr>
              <a:t> </a:t>
            </a:r>
            <a:r>
              <a:rPr dirty="0" sz="1300" spc="-10" b="1">
                <a:latin typeface="Comic Sans MS"/>
                <a:cs typeface="Comic Sans MS"/>
              </a:rPr>
              <a:t>(P</a:t>
            </a:r>
            <a:r>
              <a:rPr dirty="0" sz="1350" spc="-10" b="1">
                <a:latin typeface="Comic Sans MS"/>
                <a:cs typeface="Comic Sans MS"/>
              </a:rPr>
              <a:t>e</a:t>
            </a:r>
            <a:r>
              <a:rPr dirty="0" sz="1300" spc="-10" b="1">
                <a:latin typeface="Comic Sans MS"/>
                <a:cs typeface="Comic Sans MS"/>
              </a:rPr>
              <a:t>n</a:t>
            </a:r>
            <a:r>
              <a:rPr dirty="0" sz="1350" spc="-10" b="1">
                <a:latin typeface="Comic Sans MS"/>
                <a:cs typeface="Comic Sans MS"/>
              </a:rPr>
              <a:t>di</a:t>
            </a:r>
            <a:r>
              <a:rPr dirty="0" sz="1300" spc="-10" b="1">
                <a:latin typeface="Comic Sans MS"/>
                <a:cs typeface="Comic Sans MS"/>
              </a:rPr>
              <a:t>n</a:t>
            </a:r>
            <a:r>
              <a:rPr dirty="0" sz="1350" spc="-10" b="1">
                <a:latin typeface="Comic Sans MS"/>
                <a:cs typeface="Comic Sans MS"/>
              </a:rPr>
              <a:t>g</a:t>
            </a:r>
            <a:r>
              <a:rPr dirty="0" sz="1350" spc="-325" b="1">
                <a:latin typeface="Comic Sans MS"/>
                <a:cs typeface="Comic Sans MS"/>
              </a:rPr>
              <a:t> </a:t>
            </a:r>
            <a:r>
              <a:rPr dirty="0" sz="1300" spc="-10" b="1">
                <a:latin typeface="Comic Sans MS"/>
                <a:cs typeface="Comic Sans MS"/>
              </a:rPr>
              <a:t>Su</a:t>
            </a:r>
            <a:r>
              <a:rPr dirty="0" sz="1350" spc="-10" b="1">
                <a:latin typeface="Comic Sans MS"/>
                <a:cs typeface="Comic Sans MS"/>
              </a:rPr>
              <a:t>cce</a:t>
            </a:r>
            <a:r>
              <a:rPr dirty="0" sz="1300" spc="-10" b="1">
                <a:latin typeface="Comic Sans MS"/>
                <a:cs typeface="Comic Sans MS"/>
              </a:rPr>
              <a:t>ss)</a:t>
            </a:r>
            <a:endParaRPr sz="1300">
              <a:latin typeface="Comic Sans MS"/>
              <a:cs typeface="Comic Sans MS"/>
            </a:endParaRPr>
          </a:p>
          <a:p>
            <a:pPr marL="279400" indent="-168275">
              <a:lnSpc>
                <a:spcPct val="100000"/>
              </a:lnSpc>
              <a:spcBef>
                <a:spcPts val="1305"/>
              </a:spcBef>
              <a:buFont typeface="Comic Sans MS"/>
              <a:buAutoNum type="arabicPeriod"/>
              <a:tabLst>
                <a:tab pos="279400" algn="l"/>
              </a:tabLst>
            </a:pPr>
            <a:r>
              <a:rPr dirty="0" sz="1300" spc="-50" b="1">
                <a:latin typeface="Comic Sans MS"/>
                <a:cs typeface="Comic Sans MS"/>
              </a:rPr>
              <a:t>Mont</a:t>
            </a:r>
            <a:r>
              <a:rPr dirty="0" sz="1350" spc="-50" b="1">
                <a:latin typeface="Comic Sans MS"/>
                <a:cs typeface="Comic Sans MS"/>
              </a:rPr>
              <a:t>h</a:t>
            </a:r>
            <a:r>
              <a:rPr dirty="0" sz="1300" spc="-50" b="1">
                <a:latin typeface="Comic Sans MS"/>
                <a:cs typeface="Comic Sans MS"/>
              </a:rPr>
              <a:t>s</a:t>
            </a:r>
            <a:r>
              <a:rPr dirty="0" sz="1300" spc="-315" b="1">
                <a:latin typeface="Comic Sans MS"/>
                <a:cs typeface="Comic Sans MS"/>
              </a:rPr>
              <a:t> </a:t>
            </a:r>
            <a:r>
              <a:rPr dirty="0" sz="1300" spc="-200" b="1">
                <a:latin typeface="Comic Sans MS"/>
                <a:cs typeface="Comic Sans MS"/>
              </a:rPr>
              <a:t>7-</a:t>
            </a:r>
            <a:r>
              <a:rPr dirty="0" sz="1300" spc="-40" b="1">
                <a:latin typeface="Comic Sans MS"/>
                <a:cs typeface="Comic Sans MS"/>
              </a:rPr>
              <a:t>9</a:t>
            </a:r>
            <a:r>
              <a:rPr dirty="0" sz="1300" spc="-40">
                <a:latin typeface="Comic Sans MS"/>
                <a:cs typeface="Comic Sans MS"/>
              </a:rPr>
              <a:t>:</a:t>
            </a:r>
            <a:r>
              <a:rPr dirty="0" sz="1300" spc="-105">
                <a:latin typeface="Comic Sans MS"/>
                <a:cs typeface="Comic Sans MS"/>
              </a:rPr>
              <a:t> </a:t>
            </a:r>
            <a:r>
              <a:rPr dirty="0" sz="1300" spc="-80">
                <a:latin typeface="Comic Sans MS"/>
                <a:cs typeface="Comic Sans MS"/>
              </a:rPr>
              <a:t>Expand</a:t>
            </a:r>
            <a:r>
              <a:rPr dirty="0" sz="1300" spc="-105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to</a:t>
            </a:r>
            <a:r>
              <a:rPr dirty="0" sz="1300" spc="-105">
                <a:latin typeface="Comic Sans MS"/>
                <a:cs typeface="Comic Sans MS"/>
              </a:rPr>
              <a:t> </a:t>
            </a:r>
            <a:r>
              <a:rPr dirty="0" sz="1300" spc="-60">
                <a:latin typeface="Comic Sans MS"/>
                <a:cs typeface="Comic Sans MS"/>
              </a:rPr>
              <a:t>web</a:t>
            </a:r>
            <a:r>
              <a:rPr dirty="0" sz="1300" spc="-105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platform</a:t>
            </a:r>
            <a:endParaRPr sz="1300">
              <a:latin typeface="Comic Sans MS"/>
              <a:cs typeface="Comic Sans MS"/>
            </a:endParaRPr>
          </a:p>
          <a:p>
            <a:pPr marL="276860" indent="-165735">
              <a:lnSpc>
                <a:spcPct val="100000"/>
              </a:lnSpc>
              <a:spcBef>
                <a:spcPts val="855"/>
              </a:spcBef>
              <a:buFont typeface="Comic Sans MS"/>
              <a:buAutoNum type="arabicPeriod"/>
              <a:tabLst>
                <a:tab pos="276860" algn="l"/>
              </a:tabLst>
            </a:pPr>
            <a:r>
              <a:rPr dirty="0" sz="1300" spc="-50" b="1">
                <a:latin typeface="Comic Sans MS"/>
                <a:cs typeface="Comic Sans MS"/>
              </a:rPr>
              <a:t>Mont</a:t>
            </a:r>
            <a:r>
              <a:rPr dirty="0" sz="1350" spc="-50" b="1">
                <a:latin typeface="Comic Sans MS"/>
                <a:cs typeface="Comic Sans MS"/>
              </a:rPr>
              <a:t>h</a:t>
            </a:r>
            <a:r>
              <a:rPr dirty="0" sz="1300" spc="-50" b="1">
                <a:latin typeface="Comic Sans MS"/>
                <a:cs typeface="Comic Sans MS"/>
              </a:rPr>
              <a:t>s</a:t>
            </a:r>
            <a:r>
              <a:rPr dirty="0" sz="1300" spc="-305" b="1">
                <a:latin typeface="Comic Sans MS"/>
                <a:cs typeface="Comic Sans MS"/>
              </a:rPr>
              <a:t> </a:t>
            </a:r>
            <a:r>
              <a:rPr dirty="0" sz="1300" spc="-185" b="1">
                <a:latin typeface="Comic Sans MS"/>
                <a:cs typeface="Comic Sans MS"/>
              </a:rPr>
              <a:t>10-</a:t>
            </a:r>
            <a:r>
              <a:rPr dirty="0" sz="1300" spc="-125" b="1">
                <a:latin typeface="Comic Sans MS"/>
                <a:cs typeface="Comic Sans MS"/>
              </a:rPr>
              <a:t>12</a:t>
            </a:r>
            <a:r>
              <a:rPr dirty="0" sz="1300" spc="-125">
                <a:latin typeface="Comic Sans MS"/>
                <a:cs typeface="Comic Sans MS"/>
              </a:rPr>
              <a:t>: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Add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70">
                <a:latin typeface="Comic Sans MS"/>
                <a:cs typeface="Comic Sans MS"/>
              </a:rPr>
              <a:t>connected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250" spc="-75">
                <a:latin typeface="Comic Sans MS"/>
                <a:cs typeface="Comic Sans MS"/>
              </a:rPr>
              <a:t>TV </a:t>
            </a:r>
            <a:r>
              <a:rPr dirty="0" sz="1300" spc="-10">
                <a:latin typeface="Comic Sans MS"/>
                <a:cs typeface="Comic Sans MS"/>
              </a:rPr>
              <a:t>platforms</a:t>
            </a:r>
            <a:endParaRPr sz="1300">
              <a:latin typeface="Comic Sans MS"/>
              <a:cs typeface="Comic Sans MS"/>
            </a:endParaRPr>
          </a:p>
          <a:p>
            <a:pPr marL="276860" indent="-165735">
              <a:lnSpc>
                <a:spcPct val="100000"/>
              </a:lnSpc>
              <a:spcBef>
                <a:spcPts val="780"/>
              </a:spcBef>
              <a:buSzPct val="104000"/>
              <a:buFont typeface="Comic Sans MS"/>
              <a:buAutoNum type="arabicPeriod"/>
              <a:tabLst>
                <a:tab pos="276860" algn="l"/>
              </a:tabLst>
            </a:pPr>
            <a:r>
              <a:rPr dirty="0" sz="1250" spc="-105" b="1">
                <a:latin typeface="Comic Sans MS"/>
                <a:cs typeface="Comic Sans MS"/>
              </a:rPr>
              <a:t>Y</a:t>
            </a:r>
            <a:r>
              <a:rPr dirty="0" sz="1350" spc="-105" b="1">
                <a:latin typeface="Comic Sans MS"/>
                <a:cs typeface="Comic Sans MS"/>
              </a:rPr>
              <a:t>ea</a:t>
            </a:r>
            <a:r>
              <a:rPr dirty="0" sz="1300" spc="-105" b="1">
                <a:latin typeface="Comic Sans MS"/>
                <a:cs typeface="Comic Sans MS"/>
              </a:rPr>
              <a:t>r</a:t>
            </a:r>
            <a:r>
              <a:rPr dirty="0" sz="1300" spc="-305" b="1">
                <a:latin typeface="Comic Sans MS"/>
                <a:cs typeface="Comic Sans MS"/>
              </a:rPr>
              <a:t> </a:t>
            </a:r>
            <a:r>
              <a:rPr dirty="0" sz="1300" spc="-65" b="1">
                <a:latin typeface="Comic Sans MS"/>
                <a:cs typeface="Comic Sans MS"/>
              </a:rPr>
              <a:t>2</a:t>
            </a:r>
            <a:r>
              <a:rPr dirty="0" sz="1300" spc="-65">
                <a:latin typeface="Comic Sans MS"/>
                <a:cs typeface="Comic Sans MS"/>
              </a:rPr>
              <a:t>: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65">
                <a:latin typeface="Comic Sans MS"/>
                <a:cs typeface="Comic Sans MS"/>
              </a:rPr>
              <a:t>Complete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14">
                <a:latin typeface="Comic Sans MS"/>
                <a:cs typeface="Comic Sans MS"/>
              </a:rPr>
              <a:t>transformation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75">
                <a:latin typeface="Comic Sans MS"/>
                <a:cs typeface="Comic Sans MS"/>
              </a:rPr>
              <a:t>across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70">
                <a:latin typeface="Comic Sans MS"/>
                <a:cs typeface="Comic Sans MS"/>
              </a:rPr>
              <a:t>all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applications</a:t>
            </a:r>
            <a:endParaRPr sz="13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dirty="0" sz="1300" spc="-70" b="1">
                <a:latin typeface="Comic Sans MS"/>
                <a:cs typeface="Comic Sans MS"/>
              </a:rPr>
              <a:t>Lon</a:t>
            </a:r>
            <a:r>
              <a:rPr dirty="0" sz="1350" spc="-70" b="1">
                <a:latin typeface="Comic Sans MS"/>
                <a:cs typeface="Comic Sans MS"/>
              </a:rPr>
              <a:t>g</a:t>
            </a:r>
            <a:r>
              <a:rPr dirty="0" sz="1300" spc="-70" b="1">
                <a:latin typeface="Comic Sans MS"/>
                <a:cs typeface="Comic Sans MS"/>
              </a:rPr>
              <a:t>-</a:t>
            </a:r>
            <a:r>
              <a:rPr dirty="0" sz="1300" spc="-85" b="1">
                <a:latin typeface="Comic Sans MS"/>
                <a:cs typeface="Comic Sans MS"/>
              </a:rPr>
              <a:t>t</a:t>
            </a:r>
            <a:r>
              <a:rPr dirty="0" sz="1350" spc="-85" b="1">
                <a:latin typeface="Comic Sans MS"/>
                <a:cs typeface="Comic Sans MS"/>
              </a:rPr>
              <a:t>e</a:t>
            </a:r>
            <a:r>
              <a:rPr dirty="0" sz="1300" spc="-85" b="1">
                <a:latin typeface="Comic Sans MS"/>
                <a:cs typeface="Comic Sans MS"/>
              </a:rPr>
              <a:t>rm</a:t>
            </a:r>
            <a:r>
              <a:rPr dirty="0" sz="1300" spc="-260" b="1">
                <a:latin typeface="Comic Sans MS"/>
                <a:cs typeface="Comic Sans MS"/>
              </a:rPr>
              <a:t> </a:t>
            </a:r>
            <a:r>
              <a:rPr dirty="0" sz="1250" spc="-10" b="1">
                <a:latin typeface="Comic Sans MS"/>
                <a:cs typeface="Comic Sans MS"/>
              </a:rPr>
              <a:t>V</a:t>
            </a:r>
            <a:r>
              <a:rPr dirty="0" sz="1350" spc="-10" b="1">
                <a:latin typeface="Comic Sans MS"/>
                <a:cs typeface="Comic Sans MS"/>
              </a:rPr>
              <a:t>i</a:t>
            </a:r>
            <a:r>
              <a:rPr dirty="0" sz="1300" spc="-10" b="1">
                <a:latin typeface="Comic Sans MS"/>
                <a:cs typeface="Comic Sans MS"/>
              </a:rPr>
              <a:t>s</a:t>
            </a:r>
            <a:r>
              <a:rPr dirty="0" sz="1350" spc="-10" b="1">
                <a:latin typeface="Comic Sans MS"/>
                <a:cs typeface="Comic Sans MS"/>
              </a:rPr>
              <a:t>i</a:t>
            </a:r>
            <a:r>
              <a:rPr dirty="0" sz="1300" spc="-10" b="1">
                <a:latin typeface="Comic Sans MS"/>
                <a:cs typeface="Comic Sans MS"/>
              </a:rPr>
              <a:t>on</a:t>
            </a:r>
            <a:endParaRPr sz="1300">
              <a:latin typeface="Comic Sans MS"/>
              <a:cs typeface="Comic Sans MS"/>
            </a:endParaRPr>
          </a:p>
          <a:p>
            <a:pPr marL="279400">
              <a:lnSpc>
                <a:spcPct val="100000"/>
              </a:lnSpc>
              <a:spcBef>
                <a:spcPts val="1355"/>
              </a:spcBef>
            </a:pPr>
            <a:r>
              <a:rPr dirty="0" sz="1300" spc="-105">
                <a:latin typeface="Comic Sans MS"/>
                <a:cs typeface="Comic Sans MS"/>
              </a:rPr>
              <a:t>Establish </a:t>
            </a:r>
            <a:r>
              <a:rPr dirty="0" sz="1300" spc="-229">
                <a:latin typeface="Comic Sans MS"/>
                <a:cs typeface="Comic Sans MS"/>
              </a:rPr>
              <a:t>QA</a:t>
            </a:r>
            <a:r>
              <a:rPr dirty="0" sz="1300" spc="-105">
                <a:latin typeface="Comic Sans MS"/>
                <a:cs typeface="Comic Sans MS"/>
              </a:rPr>
              <a:t> </a:t>
            </a:r>
            <a:r>
              <a:rPr dirty="0" sz="1300" spc="-100">
                <a:latin typeface="Comic Sans MS"/>
                <a:cs typeface="Comic Sans MS"/>
              </a:rPr>
              <a:t>Center </a:t>
            </a:r>
            <a:r>
              <a:rPr dirty="0" sz="1300" spc="-130">
                <a:latin typeface="Comic Sans MS"/>
                <a:cs typeface="Comic Sans MS"/>
              </a:rPr>
              <a:t>of</a:t>
            </a:r>
            <a:r>
              <a:rPr dirty="0" sz="1300" spc="-105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Excellence</a:t>
            </a:r>
            <a:endParaRPr sz="1300">
              <a:latin typeface="Comic Sans MS"/>
              <a:cs typeface="Comic Sans MS"/>
            </a:endParaRPr>
          </a:p>
          <a:p>
            <a:pPr marL="279400" marR="2822575">
              <a:lnSpc>
                <a:spcPct val="156200"/>
              </a:lnSpc>
              <a:spcBef>
                <a:spcPts val="35"/>
              </a:spcBef>
            </a:pPr>
            <a:r>
              <a:rPr dirty="0" sz="1300" spc="-65">
                <a:latin typeface="Comic Sans MS"/>
                <a:cs typeface="Comic Sans MS"/>
              </a:rPr>
              <a:t>Develop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14">
                <a:latin typeface="Comic Sans MS"/>
                <a:cs typeface="Comic Sans MS"/>
              </a:rPr>
              <a:t>proprietary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05">
                <a:latin typeface="Comic Sans MS"/>
                <a:cs typeface="Comic Sans MS"/>
              </a:rPr>
              <a:t>ML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55">
                <a:latin typeface="Comic Sans MS"/>
                <a:cs typeface="Comic Sans MS"/>
              </a:rPr>
              <a:t>models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70">
                <a:latin typeface="Comic Sans MS"/>
                <a:cs typeface="Comic Sans MS"/>
              </a:rPr>
              <a:t>for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75">
                <a:latin typeface="Comic Sans MS"/>
                <a:cs typeface="Comic Sans MS"/>
              </a:rPr>
              <a:t>quality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prediction </a:t>
            </a:r>
            <a:r>
              <a:rPr dirty="0" sz="1300" spc="-55">
                <a:latin typeface="Comic Sans MS"/>
                <a:cs typeface="Comic Sans MS"/>
              </a:rPr>
              <a:t>Become</a:t>
            </a:r>
            <a:r>
              <a:rPr dirty="0" sz="1300" spc="-100">
                <a:latin typeface="Comic Sans MS"/>
                <a:cs typeface="Comic Sans MS"/>
              </a:rPr>
              <a:t> industry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00">
                <a:latin typeface="Comic Sans MS"/>
                <a:cs typeface="Comic Sans MS"/>
              </a:rPr>
              <a:t>leader </a:t>
            </a:r>
            <a:r>
              <a:rPr dirty="0" sz="1300" spc="-55">
                <a:latin typeface="Comic Sans MS"/>
                <a:cs typeface="Comic Sans MS"/>
              </a:rPr>
              <a:t>in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225">
                <a:latin typeface="Comic Sans MS"/>
                <a:cs typeface="Comic Sans MS"/>
              </a:rPr>
              <a:t>AI-</a:t>
            </a:r>
            <a:r>
              <a:rPr dirty="0" sz="1300" spc="-90">
                <a:latin typeface="Comic Sans MS"/>
                <a:cs typeface="Comic Sans MS"/>
              </a:rPr>
              <a:t>driven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75">
                <a:latin typeface="Comic Sans MS"/>
                <a:cs typeface="Comic Sans MS"/>
              </a:rPr>
              <a:t>quality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assurance </a:t>
            </a:r>
            <a:r>
              <a:rPr dirty="0" sz="1300" spc="-125">
                <a:latin typeface="Comic Sans MS"/>
                <a:cs typeface="Comic Sans MS"/>
              </a:rPr>
              <a:t>Share</a:t>
            </a:r>
            <a:r>
              <a:rPr dirty="0" sz="1300" spc="-105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best</a:t>
            </a:r>
            <a:r>
              <a:rPr dirty="0" sz="1300" spc="-105">
                <a:latin typeface="Comic Sans MS"/>
                <a:cs typeface="Comic Sans MS"/>
              </a:rPr>
              <a:t> </a:t>
            </a:r>
            <a:r>
              <a:rPr dirty="0" sz="1300" spc="-90">
                <a:latin typeface="Comic Sans MS"/>
                <a:cs typeface="Comic Sans MS"/>
              </a:rPr>
              <a:t>practices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20">
                <a:latin typeface="Comic Sans MS"/>
                <a:cs typeface="Comic Sans MS"/>
              </a:rPr>
              <a:t>at</a:t>
            </a:r>
            <a:r>
              <a:rPr dirty="0" sz="1300" spc="-105">
                <a:latin typeface="Comic Sans MS"/>
                <a:cs typeface="Comic Sans MS"/>
              </a:rPr>
              <a:t> </a:t>
            </a:r>
            <a:r>
              <a:rPr dirty="0" sz="1300" spc="-90">
                <a:latin typeface="Comic Sans MS"/>
                <a:cs typeface="Comic Sans MS"/>
              </a:rPr>
              <a:t>conferences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40">
                <a:latin typeface="Comic Sans MS"/>
                <a:cs typeface="Comic Sans MS"/>
              </a:rPr>
              <a:t>and</a:t>
            </a:r>
            <a:r>
              <a:rPr dirty="0" sz="1300" spc="-105">
                <a:latin typeface="Comic Sans MS"/>
                <a:cs typeface="Comic Sans MS"/>
              </a:rPr>
              <a:t> </a:t>
            </a:r>
            <a:r>
              <a:rPr dirty="0" sz="1300" spc="-55">
                <a:latin typeface="Comic Sans MS"/>
                <a:cs typeface="Comic Sans MS"/>
              </a:rPr>
              <a:t>in</a:t>
            </a:r>
            <a:r>
              <a:rPr dirty="0" sz="1300" spc="-105">
                <a:latin typeface="Comic Sans MS"/>
                <a:cs typeface="Comic Sans MS"/>
              </a:rPr>
              <a:t> </a:t>
            </a:r>
            <a:r>
              <a:rPr dirty="0" sz="1300" spc="-55">
                <a:latin typeface="Comic Sans MS"/>
                <a:cs typeface="Comic Sans MS"/>
              </a:rPr>
              <a:t>publications</a:t>
            </a:r>
            <a:endParaRPr sz="13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565"/>
              </a:spcBef>
            </a:pPr>
            <a:r>
              <a:rPr dirty="0" sz="1450" spc="-10" b="1">
                <a:latin typeface="Gill Sans MT"/>
                <a:cs typeface="Gill Sans MT"/>
              </a:rPr>
              <a:t>C</a:t>
            </a:r>
            <a:r>
              <a:rPr dirty="0" sz="1450" spc="-10" b="1">
                <a:latin typeface="Trebuchet MS"/>
                <a:cs typeface="Trebuchet MS"/>
              </a:rPr>
              <a:t>on</a:t>
            </a:r>
            <a:r>
              <a:rPr dirty="0" sz="1550" spc="-10" b="1">
                <a:latin typeface="Gill Sans MT"/>
                <a:cs typeface="Gill Sans MT"/>
              </a:rPr>
              <a:t>c</a:t>
            </a:r>
            <a:r>
              <a:rPr dirty="0" sz="1450" spc="-10" b="1">
                <a:latin typeface="Trebuchet MS"/>
                <a:cs typeface="Trebuchet MS"/>
              </a:rPr>
              <a:t>lus</a:t>
            </a:r>
            <a:r>
              <a:rPr dirty="0" sz="1550" spc="-10" b="1">
                <a:latin typeface="Gill Sans MT"/>
                <a:cs typeface="Gill Sans MT"/>
              </a:rPr>
              <a:t>i</a:t>
            </a:r>
            <a:r>
              <a:rPr dirty="0" sz="1450" spc="-10" b="1">
                <a:latin typeface="Trebuchet MS"/>
                <a:cs typeface="Trebuchet MS"/>
              </a:rPr>
              <a:t>on</a:t>
            </a:r>
            <a:endParaRPr sz="1450">
              <a:latin typeface="Trebuchet MS"/>
              <a:cs typeface="Trebuchet MS"/>
            </a:endParaRPr>
          </a:p>
          <a:p>
            <a:pPr marL="12700" marR="188595">
              <a:lnSpc>
                <a:spcPct val="127400"/>
              </a:lnSpc>
              <a:spcBef>
                <a:spcPts val="590"/>
              </a:spcBef>
            </a:pPr>
            <a:r>
              <a:rPr dirty="0" sz="1250" spc="-95">
                <a:latin typeface="Comic Sans MS"/>
                <a:cs typeface="Comic Sans MS"/>
              </a:rPr>
              <a:t>T</a:t>
            </a:r>
            <a:r>
              <a:rPr dirty="0" sz="1300" spc="-95">
                <a:latin typeface="Comic Sans MS"/>
                <a:cs typeface="Comic Sans MS"/>
              </a:rPr>
              <a:t>his</a:t>
            </a:r>
            <a:r>
              <a:rPr dirty="0" sz="1300" spc="-90">
                <a:latin typeface="Comic Sans MS"/>
                <a:cs typeface="Comic Sans MS"/>
              </a:rPr>
              <a:t> pilot </a:t>
            </a:r>
            <a:r>
              <a:rPr dirty="0" sz="1300" spc="-110">
                <a:latin typeface="Comic Sans MS"/>
                <a:cs typeface="Comic Sans MS"/>
              </a:rPr>
              <a:t>represents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a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14">
                <a:latin typeface="Comic Sans MS"/>
                <a:cs typeface="Comic Sans MS"/>
              </a:rPr>
              <a:t>strategic</a:t>
            </a:r>
            <a:r>
              <a:rPr dirty="0" sz="1300" spc="-85">
                <a:latin typeface="Comic Sans MS"/>
                <a:cs typeface="Comic Sans MS"/>
              </a:rPr>
              <a:t> opportunity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to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25">
                <a:latin typeface="Comic Sans MS"/>
                <a:cs typeface="Comic Sans MS"/>
              </a:rPr>
              <a:t>transform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80">
                <a:latin typeface="Comic Sans MS"/>
                <a:cs typeface="Comic Sans MS"/>
              </a:rPr>
              <a:t>our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largest</a:t>
            </a:r>
            <a:r>
              <a:rPr dirty="0" sz="1300" spc="-85">
                <a:latin typeface="Comic Sans MS"/>
                <a:cs typeface="Comic Sans MS"/>
              </a:rPr>
              <a:t> operational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80">
                <a:latin typeface="Comic Sans MS"/>
                <a:cs typeface="Comic Sans MS"/>
              </a:rPr>
              <a:t>expense</a:t>
            </a:r>
            <a:r>
              <a:rPr dirty="0" sz="1300" spc="-85">
                <a:latin typeface="Comic Sans MS"/>
                <a:cs typeface="Comic Sans MS"/>
              </a:rPr>
              <a:t> </a:t>
            </a:r>
            <a:r>
              <a:rPr dirty="0" sz="1300" spc="-95">
                <a:latin typeface="Comic Sans MS"/>
                <a:cs typeface="Comic Sans MS"/>
              </a:rPr>
              <a:t>into</a:t>
            </a:r>
            <a:r>
              <a:rPr dirty="0" sz="1300" spc="-90">
                <a:latin typeface="Comic Sans MS"/>
                <a:cs typeface="Comic Sans MS"/>
              </a:rPr>
              <a:t> </a:t>
            </a:r>
            <a:r>
              <a:rPr dirty="0" sz="1300" spc="-50">
                <a:latin typeface="Comic Sans MS"/>
                <a:cs typeface="Comic Sans MS"/>
              </a:rPr>
              <a:t>a </a:t>
            </a:r>
            <a:r>
              <a:rPr dirty="0" sz="1300" spc="-90">
                <a:latin typeface="Comic Sans MS"/>
                <a:cs typeface="Comic Sans MS"/>
              </a:rPr>
              <a:t>competitive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65">
                <a:latin typeface="Comic Sans MS"/>
                <a:cs typeface="Comic Sans MS"/>
              </a:rPr>
              <a:t>advantage.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250" spc="-150">
                <a:latin typeface="Comic Sans MS"/>
                <a:cs typeface="Comic Sans MS"/>
              </a:rPr>
              <a:t>W</a:t>
            </a:r>
            <a:r>
              <a:rPr dirty="0" sz="1300" spc="-150">
                <a:latin typeface="Comic Sans MS"/>
                <a:cs typeface="Comic Sans MS"/>
              </a:rPr>
              <a:t>ith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85">
                <a:latin typeface="Comic Sans MS"/>
                <a:cs typeface="Comic Sans MS"/>
              </a:rPr>
              <a:t>focused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95">
                <a:latin typeface="Comic Sans MS"/>
                <a:cs typeface="Comic Sans MS"/>
              </a:rPr>
              <a:t>execution </a:t>
            </a:r>
            <a:r>
              <a:rPr dirty="0" sz="1300" spc="-90">
                <a:latin typeface="Comic Sans MS"/>
                <a:cs typeface="Comic Sans MS"/>
              </a:rPr>
              <a:t>over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45">
                <a:latin typeface="Comic Sans MS"/>
                <a:cs typeface="Comic Sans MS"/>
              </a:rPr>
              <a:t>6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70">
                <a:latin typeface="Comic Sans MS"/>
                <a:cs typeface="Comic Sans MS"/>
              </a:rPr>
              <a:t>months,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45">
                <a:latin typeface="Comic Sans MS"/>
                <a:cs typeface="Comic Sans MS"/>
              </a:rPr>
              <a:t>we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30">
                <a:latin typeface="Comic Sans MS"/>
                <a:cs typeface="Comic Sans MS"/>
              </a:rPr>
              <a:t>can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80">
                <a:latin typeface="Comic Sans MS"/>
                <a:cs typeface="Comic Sans MS"/>
              </a:rPr>
              <a:t>prove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25">
                <a:latin typeface="Comic Sans MS"/>
                <a:cs typeface="Comic Sans MS"/>
              </a:rPr>
              <a:t>the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60">
                <a:latin typeface="Comic Sans MS"/>
                <a:cs typeface="Comic Sans MS"/>
              </a:rPr>
              <a:t>value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30">
                <a:latin typeface="Comic Sans MS"/>
                <a:cs typeface="Comic Sans MS"/>
              </a:rPr>
              <a:t>of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225">
                <a:latin typeface="Comic Sans MS"/>
                <a:cs typeface="Comic Sans MS"/>
              </a:rPr>
              <a:t>AI-</a:t>
            </a:r>
            <a:r>
              <a:rPr dirty="0" sz="1300" spc="-10">
                <a:latin typeface="Comic Sans MS"/>
                <a:cs typeface="Comic Sans MS"/>
              </a:rPr>
              <a:t>driven </a:t>
            </a:r>
            <a:r>
              <a:rPr dirty="0" sz="1300" spc="-75">
                <a:latin typeface="Comic Sans MS"/>
                <a:cs typeface="Comic Sans MS"/>
              </a:rPr>
              <a:t>quality</a:t>
            </a:r>
            <a:r>
              <a:rPr dirty="0" sz="1300" spc="-105">
                <a:latin typeface="Comic Sans MS"/>
                <a:cs typeface="Comic Sans MS"/>
              </a:rPr>
              <a:t> </a:t>
            </a:r>
            <a:r>
              <a:rPr dirty="0" sz="1300" spc="-70">
                <a:latin typeface="Comic Sans MS"/>
                <a:cs typeface="Comic Sans MS"/>
              </a:rPr>
              <a:t>assurance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40">
                <a:latin typeface="Comic Sans MS"/>
                <a:cs typeface="Comic Sans MS"/>
              </a:rPr>
              <a:t>and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75">
                <a:latin typeface="Comic Sans MS"/>
                <a:cs typeface="Comic Sans MS"/>
              </a:rPr>
              <a:t>position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80">
                <a:latin typeface="Comic Sans MS"/>
                <a:cs typeface="Comic Sans MS"/>
              </a:rPr>
              <a:t>our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35">
                <a:latin typeface="Comic Sans MS"/>
                <a:cs typeface="Comic Sans MS"/>
              </a:rPr>
              <a:t>company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40">
                <a:latin typeface="Comic Sans MS"/>
                <a:cs typeface="Comic Sans MS"/>
              </a:rPr>
              <a:t>as</a:t>
            </a:r>
            <a:r>
              <a:rPr dirty="0" sz="1300" spc="-105">
                <a:latin typeface="Comic Sans MS"/>
                <a:cs typeface="Comic Sans MS"/>
              </a:rPr>
              <a:t> </a:t>
            </a:r>
            <a:r>
              <a:rPr dirty="0" sz="1300" spc="-25">
                <a:latin typeface="Comic Sans MS"/>
                <a:cs typeface="Comic Sans MS"/>
              </a:rPr>
              <a:t>an</a:t>
            </a:r>
            <a:r>
              <a:rPr dirty="0" sz="1300" spc="-100">
                <a:latin typeface="Comic Sans MS"/>
                <a:cs typeface="Comic Sans MS"/>
              </a:rPr>
              <a:t> industry </a:t>
            </a:r>
            <a:r>
              <a:rPr dirty="0" sz="1300" spc="-10">
                <a:latin typeface="Comic Sans MS"/>
                <a:cs typeface="Comic Sans MS"/>
              </a:rPr>
              <a:t>leader.</a:t>
            </a:r>
            <a:endParaRPr sz="1300">
              <a:latin typeface="Comic Sans MS"/>
              <a:cs typeface="Comic Sans MS"/>
            </a:endParaRPr>
          </a:p>
          <a:p>
            <a:pPr marL="12700" marR="5080">
              <a:lnSpc>
                <a:spcPct val="129800"/>
              </a:lnSpc>
              <a:spcBef>
                <a:spcPts val="975"/>
              </a:spcBef>
            </a:pPr>
            <a:r>
              <a:rPr dirty="0" sz="1250" spc="-95">
                <a:latin typeface="Comic Sans MS"/>
                <a:cs typeface="Comic Sans MS"/>
              </a:rPr>
              <a:t>T</a:t>
            </a:r>
            <a:r>
              <a:rPr dirty="0" sz="1300" spc="-95">
                <a:latin typeface="Comic Sans MS"/>
                <a:cs typeface="Comic Sans MS"/>
              </a:rPr>
              <a:t>he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05">
                <a:latin typeface="Comic Sans MS"/>
                <a:cs typeface="Comic Sans MS"/>
              </a:rPr>
              <a:t>time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to</a:t>
            </a:r>
            <a:r>
              <a:rPr dirty="0" sz="1300" spc="-105">
                <a:latin typeface="Comic Sans MS"/>
                <a:cs typeface="Comic Sans MS"/>
              </a:rPr>
              <a:t> </a:t>
            </a:r>
            <a:r>
              <a:rPr dirty="0" sz="1300" spc="-90">
                <a:latin typeface="Comic Sans MS"/>
                <a:cs typeface="Comic Sans MS"/>
              </a:rPr>
              <a:t>act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70">
                <a:latin typeface="Comic Sans MS"/>
                <a:cs typeface="Comic Sans MS"/>
              </a:rPr>
              <a:t>is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40">
                <a:latin typeface="Comic Sans MS"/>
                <a:cs typeface="Comic Sans MS"/>
              </a:rPr>
              <a:t>now.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30">
                <a:latin typeface="Comic Sans MS"/>
                <a:cs typeface="Comic Sans MS"/>
              </a:rPr>
              <a:t>Our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95">
                <a:latin typeface="Comic Sans MS"/>
                <a:cs typeface="Comic Sans MS"/>
              </a:rPr>
              <a:t>competitors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14">
                <a:latin typeface="Comic Sans MS"/>
                <a:cs typeface="Comic Sans MS"/>
              </a:rPr>
              <a:t>are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95">
                <a:latin typeface="Comic Sans MS"/>
                <a:cs typeface="Comic Sans MS"/>
              </a:rPr>
              <a:t>already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95">
                <a:latin typeface="Comic Sans MS"/>
                <a:cs typeface="Comic Sans MS"/>
              </a:rPr>
              <a:t>realizing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05">
                <a:latin typeface="Comic Sans MS"/>
                <a:cs typeface="Comic Sans MS"/>
              </a:rPr>
              <a:t>these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benefits.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250" spc="-150">
                <a:latin typeface="Comic Sans MS"/>
                <a:cs typeface="Comic Sans MS"/>
              </a:rPr>
              <a:t>W</a:t>
            </a:r>
            <a:r>
              <a:rPr dirty="0" sz="1300" spc="-150">
                <a:latin typeface="Comic Sans MS"/>
                <a:cs typeface="Comic Sans MS"/>
              </a:rPr>
              <a:t>ith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65">
                <a:latin typeface="Comic Sans MS"/>
                <a:cs typeface="Comic Sans MS"/>
              </a:rPr>
              <a:t>approval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to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proceed, </a:t>
            </a:r>
            <a:r>
              <a:rPr dirty="0" sz="1300" spc="-45">
                <a:latin typeface="Comic Sans MS"/>
                <a:cs typeface="Comic Sans MS"/>
              </a:rPr>
              <a:t>we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30">
                <a:latin typeface="Comic Sans MS"/>
                <a:cs typeface="Comic Sans MS"/>
              </a:rPr>
              <a:t>can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60">
                <a:latin typeface="Comic Sans MS"/>
                <a:cs typeface="Comic Sans MS"/>
              </a:rPr>
              <a:t>begin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transforming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229">
                <a:latin typeface="Comic Sans MS"/>
                <a:cs typeface="Comic Sans MS"/>
              </a:rPr>
              <a:t>QA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35">
                <a:latin typeface="Comic Sans MS"/>
                <a:cs typeface="Comic Sans MS"/>
              </a:rPr>
              <a:t>from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a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80">
                <a:latin typeface="Comic Sans MS"/>
                <a:cs typeface="Comic Sans MS"/>
              </a:rPr>
              <a:t>cost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center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10">
                <a:latin typeface="Comic Sans MS"/>
                <a:cs typeface="Comic Sans MS"/>
              </a:rPr>
              <a:t>to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a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14">
                <a:latin typeface="Comic Sans MS"/>
                <a:cs typeface="Comic Sans MS"/>
              </a:rPr>
              <a:t>strategic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50">
                <a:latin typeface="Comic Sans MS"/>
                <a:cs typeface="Comic Sans MS"/>
              </a:rPr>
              <a:t>differentiator</a:t>
            </a:r>
            <a:r>
              <a:rPr dirty="0" sz="1300" spc="-100">
                <a:latin typeface="Comic Sans MS"/>
                <a:cs typeface="Comic Sans MS"/>
              </a:rPr>
              <a:t> </a:t>
            </a:r>
            <a:r>
              <a:rPr dirty="0" sz="1300" spc="-114">
                <a:latin typeface="Comic Sans MS"/>
                <a:cs typeface="Comic Sans MS"/>
              </a:rPr>
              <a:t>starting</a:t>
            </a:r>
            <a:r>
              <a:rPr dirty="0" sz="1300" spc="-95">
                <a:latin typeface="Comic Sans MS"/>
                <a:cs typeface="Comic Sans MS"/>
              </a:rPr>
              <a:t> </a:t>
            </a:r>
            <a:r>
              <a:rPr dirty="0" sz="1300" spc="-10">
                <a:latin typeface="Comic Sans MS"/>
                <a:cs typeface="Comic Sans MS"/>
              </a:rPr>
              <a:t>immediately.</a:t>
            </a:r>
            <a:endParaRPr sz="13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Summary &amp; Pilot Proposal</dc:title>
  <dcterms:created xsi:type="dcterms:W3CDTF">2025-05-27T16:49:25Z</dcterms:created>
  <dcterms:modified xsi:type="dcterms:W3CDTF">2025-05-27T16:49:25Z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2025-05-26T00:00:00Z</vt:filetime>
  </property>
  <property fmtid="{D5CDD505-2E9C-101B-9397-08002B2CF9AE}" pid="3" name="Creator">
    <vt:lpwstr>Mozilla/5.0 (Macintosh; Intel Mac OS X 10_15_7) AppleWebKit/537.36 (KHTML, like Gecko) Chrome/136.0.0.0 Safari/537.36</vt:lpwstr>
  </property>
  <property fmtid="{D5CDD505-2E9C-101B-9397-08002B2CF9AE}" pid="4" name="LastSaved">
    <vt:filetime>2025-05-27T00:00:00Z</vt:filetime>
  </property>
  <property fmtid="{D5CDD505-2E9C-101B-9397-08002B2CF9AE}" pid="5" name="Producer">
    <vt:lpwstr>3-Heights(TM) PDF Security Shell 4.8.25.2 (http://www.pdf-tools.com)</vt:lpwstr>
  </property>
</Properties>
</file>